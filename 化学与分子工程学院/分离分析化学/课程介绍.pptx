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2"/>
  </p:handoutMasterIdLst>
  <p:sldIdLst>
    <p:sldId id="320" r:id="rId3"/>
    <p:sldId id="785" r:id="rId4"/>
    <p:sldId id="801" r:id="rId6"/>
    <p:sldId id="809" r:id="rId7"/>
    <p:sldId id="794" r:id="rId8"/>
    <p:sldId id="810" r:id="rId9"/>
    <p:sldId id="787" r:id="rId10"/>
    <p:sldId id="786" r:id="rId11"/>
    <p:sldId id="805" r:id="rId12"/>
    <p:sldId id="795" r:id="rId13"/>
    <p:sldId id="819" r:id="rId14"/>
    <p:sldId id="820" r:id="rId15"/>
    <p:sldId id="821" r:id="rId16"/>
    <p:sldId id="822" r:id="rId17"/>
    <p:sldId id="823" r:id="rId18"/>
    <p:sldId id="798" r:id="rId19"/>
    <p:sldId id="803" r:id="rId20"/>
    <p:sldId id="797" r:id="rId21"/>
  </p:sldIdLst>
  <p:sldSz cx="9144000" cy="6858000" type="screen4x3"/>
  <p:notesSz cx="6797675" cy="9928225"/>
  <p:custDataLst>
    <p:tags r:id="rId2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333333"/>
    <a:srgbClr val="EAEAEA"/>
    <a:srgbClr val="6699FF"/>
    <a:srgbClr val="00FF00"/>
    <a:srgbClr val="FF0066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3"/>
    <p:restoredTop sz="99313"/>
  </p:normalViewPr>
  <p:slideViewPr>
    <p:cSldViewPr showGuides="1">
      <p:cViewPr>
        <p:scale>
          <a:sx n="100" d="100"/>
          <a:sy n="100" d="100"/>
        </p:scale>
        <p:origin x="-1956" y="-294"/>
      </p:cViewPr>
      <p:guideLst>
        <p:guide orient="horz" pos="2154"/>
        <p:guide pos="28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4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83B449-CB8D-4BC1-9933-039A6E9C9C59}" type="doc">
      <dgm:prSet loTypeId="process" loCatId="process" qsTypeId="urn:microsoft.com/office/officeart/2005/8/quickstyle/simple1" qsCatId="simple" csTypeId="urn:microsoft.com/office/officeart/2005/8/colors/accent1_2" csCatId="accent1" phldr="1"/>
      <dgm:spPr/>
    </dgm:pt>
    <dgm:pt modelId="{0AC0B786-7AB6-4949-97DA-DAE6F39B9F38}">
      <dgm:prSet phldrT="[文本]" phldr="0" custT="1"/>
      <dgm:spPr>
        <a:xfrm>
          <a:off x="8860" y="0"/>
          <a:ext cx="2648410" cy="1080120"/>
        </a:xfrm>
        <a:prstGeom prst="roundRect">
          <a:avLst>
            <a:gd name="adj" fmla="val 10000"/>
          </a:avLst>
        </a:prstGeom>
        <a:solidFill>
          <a:srgbClr val="FFCCCC"/>
        </a:solidFill>
        <a:ln w="25400" cap="flat" cmpd="sng" algn="ctr">
          <a:solidFill>
            <a:srgbClr val="FF0000"/>
          </a:solidFill>
          <a:prstDash val="solid"/>
        </a:ln>
        <a:effectLst/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课前</a:t>
          </a:r>
          <a:r>
            <a:rPr lang="en-US" altLang="zh-CN" sz="2400" b="1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(</a:t>
          </a:r>
          <a:r>
            <a:rPr lang="zh-CN" altLang="en-US" sz="2400" b="1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线上</a:t>
          </a:r>
          <a:r>
            <a:rPr lang="en-US" altLang="zh-CN" sz="2400" b="1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)</a:t>
          </a:r>
          <a:r>
            <a:rPr sz="2400"/>
            <a:t/>
          </a:r>
          <a:endParaRPr sz="2400"/>
        </a:p>
      </dgm:t>
    </dgm:pt>
    <dgm:pt modelId="{9ECA4849-0824-4CE3-B239-40A1ACC3E3FF}" cxnId="{FB37A00A-2F3F-4C69-A321-F633CA37B246}" type="parTrans">
      <dgm:prSet/>
      <dgm:spPr/>
      <dgm:t>
        <a:bodyPr/>
        <a:lstStyle/>
        <a:p>
          <a:endParaRPr lang="zh-CN" altLang="en-US" sz="3200" b="1">
            <a:solidFill>
              <a:srgbClr val="003BB0"/>
            </a:solidFill>
            <a:latin typeface="微软雅黑" panose="020B0503020204020204" charset="-122"/>
            <a:ea typeface="微软雅黑" panose="020B0503020204020204" charset="-122"/>
          </a:endParaRPr>
        </a:p>
      </dgm:t>
    </dgm:pt>
    <dgm:pt modelId="{36FDF035-CDAE-4A8F-9566-DECB8C0A0FBE}" cxnId="{FB37A00A-2F3F-4C69-A321-F633CA37B246}" type="sibTrans">
      <dgm:prSet phldr="0" custT="1"/>
      <dgm:spPr>
        <a:xfrm>
          <a:off x="2808312" y="211657"/>
          <a:ext cx="789063" cy="656805"/>
        </a:xfrm>
        <a:prstGeom prst="rightArrow">
          <a:avLst>
            <a:gd name="adj1" fmla="val 60000"/>
            <a:gd name="adj2" fmla="val 50000"/>
          </a:avLst>
        </a:prstGeom>
        <a:solidFill>
          <a:srgbClr val="FFC000"/>
        </a:solidFill>
        <a:ln>
          <a:noFill/>
        </a:ln>
        <a:effectLst/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>
              <a:solidFill>
                <a:srgbClr val="003BB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/>
          </a:r>
          <a:endParaRPr lang="zh-CN" altLang="en-US" sz="2400" b="1">
            <a:solidFill>
              <a:srgbClr val="003BB0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674D20CA-E17D-43C6-85C2-3D5BA6F9F0E0}">
      <dgm:prSet phldrT="[文本]" phldr="0" custT="1"/>
      <dgm:spPr>
        <a:xfrm>
          <a:off x="3716636" y="0"/>
          <a:ext cx="2648410" cy="1080120"/>
        </a:xfrm>
        <a:prstGeom prst="roundRect">
          <a:avLst>
            <a:gd name="adj" fmla="val 10000"/>
          </a:avLst>
        </a:prstGeom>
        <a:solidFill>
          <a:srgbClr val="1F497D">
            <a:lumMod val="20000"/>
            <a:lumOff val="80000"/>
          </a:srgbClr>
        </a:solidFill>
        <a:ln w="25400" cap="flat" cmpd="sng" algn="ctr">
          <a:solidFill>
            <a:srgbClr val="FF0000"/>
          </a:solidFill>
          <a:prstDash val="solid"/>
        </a:ln>
        <a:effectLst/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  课中</a:t>
          </a:r>
          <a:r>
            <a:rPr lang="en-US" altLang="zh-CN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(</a:t>
          </a:r>
          <a:r>
            <a: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线下）</a:t>
          </a:r>
          <a:r>
            <a:rPr sz="2400"/>
            <a:t/>
          </a:r>
          <a:endParaRPr sz="2400"/>
        </a:p>
      </dgm:t>
    </dgm:pt>
    <dgm:pt modelId="{716B46DB-40F5-4BEB-86AF-165783DEAABD}" cxnId="{FA2BDB1C-A071-4DD6-A406-DE71FA10CEEC}" type="parTrans">
      <dgm:prSet/>
      <dgm:spPr/>
      <dgm:t>
        <a:bodyPr/>
        <a:lstStyle/>
        <a:p>
          <a:endParaRPr lang="zh-CN" altLang="en-US" sz="3200" b="1">
            <a:solidFill>
              <a:srgbClr val="003BB0"/>
            </a:solidFill>
            <a:latin typeface="微软雅黑" panose="020B0503020204020204" charset="-122"/>
            <a:ea typeface="微软雅黑" panose="020B0503020204020204" charset="-122"/>
          </a:endParaRPr>
        </a:p>
      </dgm:t>
    </dgm:pt>
    <dgm:pt modelId="{B000E379-959A-4927-A446-786DEA39A066}" cxnId="{FA2BDB1C-A071-4DD6-A406-DE71FA10CEEC}" type="sibTrans">
      <dgm:prSet phldr="0" custT="1"/>
      <dgm:spPr>
        <a:xfrm>
          <a:off x="6476423" y="211657"/>
          <a:ext cx="868392" cy="656805"/>
        </a:xfrm>
        <a:prstGeom prst="rightArrow">
          <a:avLst>
            <a:gd name="adj1" fmla="val 60000"/>
            <a:gd name="adj2" fmla="val 50000"/>
          </a:avLst>
        </a:prstGeom>
        <a:solidFill>
          <a:srgbClr val="FFC000"/>
        </a:solidFill>
        <a:ln>
          <a:noFill/>
        </a:ln>
        <a:effectLst/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>
              <a:solidFill>
                <a:srgbClr val="003BB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/>
          </a:r>
          <a:endParaRPr lang="zh-CN" altLang="en-US" sz="2400" b="1">
            <a:solidFill>
              <a:srgbClr val="003BB0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40114739-9761-44AF-82C9-993DB217C2CB}">
      <dgm:prSet phldrT="[文本]" phldr="0" custT="1"/>
      <dgm:spPr>
        <a:xfrm>
          <a:off x="7424411" y="0"/>
          <a:ext cx="2648410" cy="1080120"/>
        </a:xfrm>
        <a:prstGeom prst="roundRect">
          <a:avLst>
            <a:gd name="adj" fmla="val 10000"/>
          </a:avLst>
        </a:prstGeom>
        <a:solidFill>
          <a:srgbClr val="FFFFCC"/>
        </a:solidFill>
        <a:ln w="25400" cap="flat" cmpd="sng" algn="ctr">
          <a:solidFill>
            <a:srgbClr val="FF0000"/>
          </a:solidFill>
          <a:prstDash val="solid"/>
        </a:ln>
        <a:effectLst/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>
              <a:solidFill>
                <a:srgbClr val="003BB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课后</a:t>
          </a:r>
          <a:r>
            <a:rPr sz="2400"/>
            <a:t/>
          </a:r>
          <a:endParaRPr sz="2400"/>
        </a:p>
      </dgm:t>
    </dgm:pt>
    <dgm:pt modelId="{430D661A-5DA1-4784-A593-BC233EE56203}" cxnId="{3A8E9285-39B3-42CB-96B3-E1655D7E9ED6}" type="parTrans">
      <dgm:prSet/>
      <dgm:spPr/>
      <dgm:t>
        <a:bodyPr/>
        <a:lstStyle/>
        <a:p>
          <a:endParaRPr lang="zh-CN" altLang="en-US" sz="3200" b="1">
            <a:solidFill>
              <a:srgbClr val="003BB0"/>
            </a:solidFill>
            <a:latin typeface="微软雅黑" panose="020B0503020204020204" charset="-122"/>
            <a:ea typeface="微软雅黑" panose="020B0503020204020204" charset="-122"/>
          </a:endParaRPr>
        </a:p>
      </dgm:t>
    </dgm:pt>
    <dgm:pt modelId="{344F6836-ACB0-4F32-A7F5-3F004C6F405A}" cxnId="{3A8E9285-39B3-42CB-96B3-E1655D7E9ED6}" type="sibTrans">
      <dgm:prSet/>
      <dgm:spPr/>
      <dgm:t>
        <a:bodyPr/>
        <a:lstStyle/>
        <a:p>
          <a:endParaRPr lang="zh-CN" altLang="en-US" sz="3200" b="1">
            <a:solidFill>
              <a:srgbClr val="003BB0"/>
            </a:solidFill>
            <a:latin typeface="微软雅黑" panose="020B0503020204020204" charset="-122"/>
            <a:ea typeface="微软雅黑" panose="020B0503020204020204" charset="-122"/>
          </a:endParaRPr>
        </a:p>
      </dgm:t>
    </dgm:pt>
    <dgm:pt modelId="{2209855E-0708-43D5-9BBA-178F284B0BAF}" type="pres">
      <dgm:prSet presAssocID="{0A83B449-CB8D-4BC1-9933-039A6E9C9C59}" presName="Name0" presStyleCnt="0">
        <dgm:presLayoutVars>
          <dgm:dir/>
          <dgm:resizeHandles val="exact"/>
        </dgm:presLayoutVars>
      </dgm:prSet>
      <dgm:spPr/>
    </dgm:pt>
    <dgm:pt modelId="{C54E1DB5-6479-4618-9B4D-A8F39669BC3A}" type="pres">
      <dgm:prSet presAssocID="{0AC0B786-7AB6-4949-97DA-DAE6F39B9F38}" presName="node" presStyleLbl="node1" presStyleIdx="0" presStyleCnt="3">
        <dgm:presLayoutVars>
          <dgm:bulletEnabled val="1"/>
        </dgm:presLayoutVars>
      </dgm:prSet>
      <dgm:spPr/>
    </dgm:pt>
    <dgm:pt modelId="{BB86D391-ACC7-40AD-96F9-AD0B512A4D80}" type="pres">
      <dgm:prSet presAssocID="{36FDF035-CDAE-4A8F-9566-DECB8C0A0FBE}" presName="sibTrans" presStyleLbl="sibTrans2D1" presStyleIdx="0" presStyleCnt="2" custScaleX="140537"/>
      <dgm:spPr/>
    </dgm:pt>
    <dgm:pt modelId="{5F721F70-C823-4388-B518-0754811A38E0}" type="pres">
      <dgm:prSet presAssocID="{36FDF035-CDAE-4A8F-9566-DECB8C0A0FBE}" presName="connectorText" presStyleCnt="0"/>
      <dgm:spPr/>
    </dgm:pt>
    <dgm:pt modelId="{9F76FF30-FA0B-440F-864C-27B44355B867}" type="pres">
      <dgm:prSet presAssocID="{674D20CA-E17D-43C6-85C2-3D5BA6F9F0E0}" presName="node" presStyleLbl="node1" presStyleIdx="1" presStyleCnt="3">
        <dgm:presLayoutVars>
          <dgm:bulletEnabled val="1"/>
        </dgm:presLayoutVars>
      </dgm:prSet>
      <dgm:spPr/>
    </dgm:pt>
    <dgm:pt modelId="{1376BD7A-1247-421A-8151-9755180D2400}" type="pres">
      <dgm:prSet presAssocID="{B000E379-959A-4927-A446-786DEA39A066}" presName="sibTrans" presStyleLbl="sibTrans2D1" presStyleIdx="1" presStyleCnt="2" custScaleX="154666"/>
      <dgm:spPr/>
    </dgm:pt>
    <dgm:pt modelId="{DC29E11B-4F0B-4926-90C8-4EA52A07123E}" type="pres">
      <dgm:prSet presAssocID="{B000E379-959A-4927-A446-786DEA39A066}" presName="connectorText" presStyleCnt="0"/>
      <dgm:spPr/>
    </dgm:pt>
    <dgm:pt modelId="{F443173A-3679-4E56-A067-EE244C54018B}" type="pres">
      <dgm:prSet presAssocID="{40114739-9761-44AF-82C9-993DB217C2CB}" presName="node" presStyleLbl="node1" presStyleIdx="2" presStyleCnt="3">
        <dgm:presLayoutVars>
          <dgm:bulletEnabled val="1"/>
        </dgm:presLayoutVars>
      </dgm:prSet>
      <dgm:spPr/>
    </dgm:pt>
  </dgm:ptLst>
  <dgm:cxnLst>
    <dgm:cxn modelId="{FB37A00A-2F3F-4C69-A321-F633CA37B246}" srcId="{0A83B449-CB8D-4BC1-9933-039A6E9C9C59}" destId="{0AC0B786-7AB6-4949-97DA-DAE6F39B9F38}" srcOrd="0" destOrd="0" parTransId="{9ECA4849-0824-4CE3-B239-40A1ACC3E3FF}" sibTransId="{36FDF035-CDAE-4A8F-9566-DECB8C0A0FBE}"/>
    <dgm:cxn modelId="{FA2BDB1C-A071-4DD6-A406-DE71FA10CEEC}" srcId="{0A83B449-CB8D-4BC1-9933-039A6E9C9C59}" destId="{674D20CA-E17D-43C6-85C2-3D5BA6F9F0E0}" srcOrd="1" destOrd="0" parTransId="{716B46DB-40F5-4BEB-86AF-165783DEAABD}" sibTransId="{B000E379-959A-4927-A446-786DEA39A066}"/>
    <dgm:cxn modelId="{3A8E9285-39B3-42CB-96B3-E1655D7E9ED6}" srcId="{0A83B449-CB8D-4BC1-9933-039A6E9C9C59}" destId="{40114739-9761-44AF-82C9-993DB217C2CB}" srcOrd="2" destOrd="0" parTransId="{430D661A-5DA1-4784-A593-BC233EE56203}" sibTransId="{344F6836-ACB0-4F32-A7F5-3F004C6F405A}"/>
    <dgm:cxn modelId="{5AE42CF1-5FCE-4BD4-B42C-0A095C2982F2}" type="presOf" srcId="{0A83B449-CB8D-4BC1-9933-039A6E9C9C59}" destId="{2209855E-0708-43D5-9BBA-178F284B0BAF}" srcOrd="0" destOrd="0" presId="urn:microsoft.com/office/officeart/2005/8/layout/process1"/>
    <dgm:cxn modelId="{AEDD9BED-556F-4082-806F-522EAFBED4D4}" type="presParOf" srcId="{2209855E-0708-43D5-9BBA-178F284B0BAF}" destId="{C54E1DB5-6479-4618-9B4D-A8F39669BC3A}" srcOrd="0" destOrd="0" presId="urn:microsoft.com/office/officeart/2005/8/layout/process1"/>
    <dgm:cxn modelId="{D352E7C5-1E12-4CEA-8FE6-8CE78501B29A}" type="presOf" srcId="{0AC0B786-7AB6-4949-97DA-DAE6F39B9F38}" destId="{C54E1DB5-6479-4618-9B4D-A8F39669BC3A}" srcOrd="0" destOrd="0" presId="urn:microsoft.com/office/officeart/2005/8/layout/process1"/>
    <dgm:cxn modelId="{3C38323C-DF54-4170-A4A8-B7B89BBBD2BC}" type="presParOf" srcId="{2209855E-0708-43D5-9BBA-178F284B0BAF}" destId="{BB86D391-ACC7-40AD-96F9-AD0B512A4D80}" srcOrd="1" destOrd="0" presId="urn:microsoft.com/office/officeart/2005/8/layout/process1"/>
    <dgm:cxn modelId="{1B3E7A53-1025-457B-81E4-6C277DC097E2}" type="presOf" srcId="{36FDF035-CDAE-4A8F-9566-DECB8C0A0FBE}" destId="{BB86D391-ACC7-40AD-96F9-AD0B512A4D80}" srcOrd="0" destOrd="0" presId="urn:microsoft.com/office/officeart/2005/8/layout/process1"/>
    <dgm:cxn modelId="{0C8E53D5-CF92-4725-AE3E-931CC543B5FC}" type="presParOf" srcId="{BB86D391-ACC7-40AD-96F9-AD0B512A4D80}" destId="{5F721F70-C823-4388-B518-0754811A38E0}" srcOrd="0" destOrd="1" presId="urn:microsoft.com/office/officeart/2005/8/layout/process1"/>
    <dgm:cxn modelId="{7E88ABE3-790D-474E-B975-97760885475C}" type="presOf" srcId="{36FDF035-CDAE-4A8F-9566-DECB8C0A0FBE}" destId="{5F721F70-C823-4388-B518-0754811A38E0}" srcOrd="1" destOrd="0" presId="urn:microsoft.com/office/officeart/2005/8/layout/process1"/>
    <dgm:cxn modelId="{E88D9E42-F20B-4CCF-B866-021476D68586}" type="presParOf" srcId="{2209855E-0708-43D5-9BBA-178F284B0BAF}" destId="{9F76FF30-FA0B-440F-864C-27B44355B867}" srcOrd="2" destOrd="0" presId="urn:microsoft.com/office/officeart/2005/8/layout/process1"/>
    <dgm:cxn modelId="{493D5ED9-3203-4822-9707-138BE7E95E1C}" type="presOf" srcId="{674D20CA-E17D-43C6-85C2-3D5BA6F9F0E0}" destId="{9F76FF30-FA0B-440F-864C-27B44355B867}" srcOrd="0" destOrd="0" presId="urn:microsoft.com/office/officeart/2005/8/layout/process1"/>
    <dgm:cxn modelId="{55482350-8165-4542-8B29-51FEBDE92934}" type="presParOf" srcId="{2209855E-0708-43D5-9BBA-178F284B0BAF}" destId="{1376BD7A-1247-421A-8151-9755180D2400}" srcOrd="3" destOrd="0" presId="urn:microsoft.com/office/officeart/2005/8/layout/process1"/>
    <dgm:cxn modelId="{7F45DBE6-ED01-4061-9935-56A70C7EBA63}" type="presOf" srcId="{B000E379-959A-4927-A446-786DEA39A066}" destId="{1376BD7A-1247-421A-8151-9755180D2400}" srcOrd="0" destOrd="0" presId="urn:microsoft.com/office/officeart/2005/8/layout/process1"/>
    <dgm:cxn modelId="{22520522-C1D0-453D-B7BF-9E83EB129730}" type="presParOf" srcId="{1376BD7A-1247-421A-8151-9755180D2400}" destId="{DC29E11B-4F0B-4926-90C8-4EA52A07123E}" srcOrd="0" destOrd="3" presId="urn:microsoft.com/office/officeart/2005/8/layout/process1"/>
    <dgm:cxn modelId="{B97F7831-5379-4CF6-A428-2A2B5509A3A3}" type="presOf" srcId="{B000E379-959A-4927-A446-786DEA39A066}" destId="{DC29E11B-4F0B-4926-90C8-4EA52A07123E}" srcOrd="1" destOrd="0" presId="urn:microsoft.com/office/officeart/2005/8/layout/process1"/>
    <dgm:cxn modelId="{D8DD0C21-173D-4451-9505-D54D122917B5}" type="presParOf" srcId="{2209855E-0708-43D5-9BBA-178F284B0BAF}" destId="{F443173A-3679-4E56-A067-EE244C54018B}" srcOrd="4" destOrd="0" presId="urn:microsoft.com/office/officeart/2005/8/layout/process1"/>
    <dgm:cxn modelId="{BD41DA10-6730-439B-9AB9-9F9F0005A4C6}" type="presOf" srcId="{40114739-9761-44AF-82C9-993DB217C2CB}" destId="{F443173A-3679-4E56-A067-EE244C54018B}" srcOrd="0" destOrd="0" presId="urn:microsoft.com/office/officeart/2005/8/layout/process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DDBD03-70FF-4C3E-8D54-F083439307A4}" type="doc">
      <dgm:prSet loTypeId="list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zh-CN" altLang="en-US"/>
        </a:p>
      </dgm:t>
    </dgm:pt>
    <dgm:pt modelId="{7E6F0051-7829-4CC2-B1E7-1930CE779590}">
      <dgm:prSet phldrT="[文本]" phldr="0" custT="1"/>
      <dgm:spPr>
        <a:xfrm>
          <a:off x="458589" y="111274"/>
          <a:ext cx="10920870" cy="899365"/>
        </a:xfrm>
        <a:prstGeom prst="roundRect">
          <a:avLst/>
        </a:prstGeom>
        <a:solidFill>
          <a:srgbClr val="9BBB59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Symbol" panose="05050102010706020507" pitchFamily="18" charset="2"/>
            </a:rPr>
            <a:t> 按照教学进度完成视频、章测试等网上作业</a:t>
          </a: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/>
          </a:r>
          <a:endParaRPr lang="zh-CN" altLang="en-US" sz="2400" b="1" dirty="0">
            <a:solidFill>
              <a:sysClr val="windowText" lastClr="000000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gm:t>
    </dgm:pt>
    <dgm:pt modelId="{1022D5B1-A06D-4B23-A1F1-DC536DE1D5D2}" cxnId="{996E559C-2EC0-442B-A4B2-20DAC9084E08}" type="parTrans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3200" b="1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gm:t>
    </dgm:pt>
    <dgm:pt modelId="{FB5F924A-7D48-438A-88A4-A414FBDC3781}" cxnId="{996E559C-2EC0-442B-A4B2-20DAC9084E08}" type="sibTrans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3200" b="1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gm:t>
    </dgm:pt>
    <dgm:pt modelId="{A8C318BE-3834-4D87-8D74-C9BB0BAF84D7}">
      <dgm:prSet phldrT="[文本]" custT="1"/>
      <dgm:spPr>
        <a:xfrm>
          <a:off x="488688" y="1321499"/>
          <a:ext cx="10901395" cy="951454"/>
        </a:xfrm>
        <a:prstGeom prst="roundRect">
          <a:avLst/>
        </a:prstGeom>
        <a:solidFill>
          <a:srgbClr val="9BBB59">
            <a:alpha val="90000"/>
            <a:hueOff val="0"/>
            <a:satOff val="0"/>
            <a:lumOff val="0"/>
            <a:alphaOff val="-13325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Symbol" panose="05050102010706020507" pitchFamily="18" charset="2"/>
            </a:rPr>
            <a:t> </a:t>
          </a: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在课程问答区积极互动，提出问题、解答问题等</a:t>
          </a:r>
        </a:p>
      </dgm:t>
    </dgm:pt>
    <dgm:pt modelId="{E53D415B-2186-4339-BABF-F8109FE7808F}" cxnId="{B2330FC3-21DE-4312-AF7A-AE37CC5FA3C2}" type="parTrans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3200" b="1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gm:t>
    </dgm:pt>
    <dgm:pt modelId="{C2983F23-0F17-491C-A62B-51D3B47AF433}" cxnId="{B2330FC3-21DE-4312-AF7A-AE37CC5FA3C2}" type="sibTrans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3200" b="1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gm:t>
    </dgm:pt>
    <dgm:pt modelId="{2DA8EA71-96FB-49EF-A2C7-1F6C0A5CBB29}">
      <dgm:prSet phldr="0" custT="1"/>
      <dgm:spPr>
        <a:xfrm>
          <a:off x="488689" y="2573913"/>
          <a:ext cx="10886050" cy="857002"/>
        </a:xfrm>
        <a:prstGeom prst="roundRect">
          <a:avLst/>
        </a:prstGeom>
        <a:solidFill>
          <a:srgbClr val="9BBB59">
            <a:alpha val="90000"/>
            <a:hueOff val="0"/>
            <a:satOff val="0"/>
            <a:lumOff val="0"/>
            <a:alphaOff val="-26659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Symbol" panose="05050102010706020507" pitchFamily="18" charset="2"/>
            </a:rPr>
            <a:t> </a:t>
          </a: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完成布置的作业，准备线上见面课内容，参与互动</a:t>
          </a:r>
          <a:r>
            <a:rPr lang="zh-CN" altLang="en-US" sz="24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  <a:cs typeface="+mn-cs"/>
            </a:rPr>
            <a:t/>
          </a:r>
          <a:endParaRPr lang="zh-CN" altLang="en-US" sz="2400" dirty="0">
            <a:solidFill>
              <a:sysClr val="windowText" lastClr="000000"/>
            </a:solidFill>
            <a:latin typeface="Calibri" panose="020F0502020204030204"/>
            <a:ea typeface="宋体" panose="02010600030101010101" pitchFamily="2" charset="-122"/>
            <a:cs typeface="+mn-cs"/>
          </a:endParaRPr>
        </a:p>
      </dgm:t>
    </dgm:pt>
    <dgm:pt modelId="{344C48C2-9C66-4740-92FF-6F653BDF6997}" cxnId="{CBB3728B-8E05-41EC-B43F-712B23542C0F}" type="parTrans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>
            <a:solidFill>
              <a:schemeClr val="tx1"/>
            </a:solidFill>
          </a:endParaRPr>
        </a:p>
      </dgm:t>
    </dgm:pt>
    <dgm:pt modelId="{8F2B6DEA-E67B-4960-8CF9-26C5F39B6BB1}" cxnId="{CBB3728B-8E05-41EC-B43F-712B23542C0F}" type="sibTrans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>
            <a:solidFill>
              <a:schemeClr val="tx1"/>
            </a:solidFill>
          </a:endParaRPr>
        </a:p>
      </dgm:t>
    </dgm:pt>
    <dgm:pt modelId="{3E16A157-59ED-43CA-9074-647DE6BCAA72}">
      <dgm:prSet phldrT="[文本]" custT="1"/>
      <dgm:spPr>
        <a:xfrm>
          <a:off x="488688" y="3731876"/>
          <a:ext cx="10901395" cy="845133"/>
        </a:xfrm>
        <a:prstGeom prst="roundRect">
          <a:avLst/>
        </a:prstGeom>
        <a:solidFill>
          <a:srgbClr val="9BBB59">
            <a:alpha val="90000"/>
            <a:hueOff val="0"/>
            <a:satOff val="0"/>
            <a:lumOff val="0"/>
            <a:alphaOff val="-39992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Symbol" panose="05050102010706020507" pitchFamily="18" charset="2"/>
            </a:rPr>
            <a:t> </a:t>
          </a: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不发广告贴、垃圾贴、水贴等，积极传递正能量</a:t>
          </a:r>
        </a:p>
      </dgm:t>
    </dgm:pt>
    <dgm:pt modelId="{3CD97D8E-B770-4806-8609-492734DE96F6}" cxnId="{C4000497-0814-4F5D-8CE0-92D79EA4C8B9}" type="parTrans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3200" b="1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gm:t>
    </dgm:pt>
    <dgm:pt modelId="{7C49BC46-05A0-4072-A07C-1A31A82C4AFA}" cxnId="{C4000497-0814-4F5D-8CE0-92D79EA4C8B9}" type="sibTrans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3200" b="1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gm:t>
    </dgm:pt>
    <dgm:pt modelId="{976F13D5-4DB5-49EE-B817-B343208CB58A}" type="pres">
      <dgm:prSet presAssocID="{40DDBD03-70FF-4C3E-8D54-F083439307A4}" presName="linear" presStyleCnt="0">
        <dgm:presLayoutVars>
          <dgm:dir/>
          <dgm:animLvl val="lvl"/>
          <dgm:resizeHandles val="exact"/>
        </dgm:presLayoutVars>
      </dgm:prSet>
      <dgm:spPr/>
    </dgm:pt>
    <dgm:pt modelId="{2092322F-8C39-44F6-A061-0AE8D717CFCB}" type="pres">
      <dgm:prSet presAssocID="{7E6F0051-7829-4CC2-B1E7-1930CE779590}" presName="parentLin" presStyleCnt="0"/>
      <dgm:spPr/>
    </dgm:pt>
    <dgm:pt modelId="{44EF28E8-97C2-4163-8103-36DBBC0B2918}" type="pres">
      <dgm:prSet presAssocID="{7E6F0051-7829-4CC2-B1E7-1930CE779590}" presName="parentLeftMargin" presStyleCnt="0"/>
      <dgm:spPr/>
    </dgm:pt>
    <dgm:pt modelId="{B6FD861A-60A1-4731-9F99-91E4FDD2D05E}" type="pres">
      <dgm:prSet presAssocID="{7E6F0051-7829-4CC2-B1E7-1930CE779590}" presName="parentText" presStyleLbl="node1" presStyleIdx="0" presStyleCnt="4" custScaleX="150037" custScaleY="160349" custLinFactNeighborX="-11795" custLinFactNeighborY="-1765">
        <dgm:presLayoutVars>
          <dgm:chMax val="0"/>
          <dgm:bulletEnabled val="1"/>
        </dgm:presLayoutVars>
      </dgm:prSet>
      <dgm:spPr/>
    </dgm:pt>
    <dgm:pt modelId="{57D19F9E-C23C-4674-8269-D0A6DDE5F6BC}" type="pres">
      <dgm:prSet presAssocID="{7E6F0051-7829-4CC2-B1E7-1930CE779590}" presName="negativeSpace" presStyleCnt="0"/>
      <dgm:spPr/>
    </dgm:pt>
    <dgm:pt modelId="{54312261-7F16-48F3-9E66-7ED49BD54007}" type="pres">
      <dgm:prSet presAssocID="{7E6F0051-7829-4CC2-B1E7-1930CE779590}" presName="childText" presStyleLbl="conFgAcc1" presStyleIdx="0" presStyleCnt="4" custScaleX="76843">
        <dgm:presLayoutVars>
          <dgm:bulletEnabled val="1"/>
        </dgm:presLayoutVars>
      </dgm:prSet>
      <dgm:spPr>
        <a:xfrm>
          <a:off x="0" y="740099"/>
          <a:ext cx="8797964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alpha val="9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</dgm:pt>
    <dgm:pt modelId="{EA98952B-1D9B-45ED-93EB-90D53C9281AC}" type="pres">
      <dgm:prSet presAssocID="{FB5F924A-7D48-438A-88A4-A414FBDC3781}" presName="spaceBetweenRectangles" presStyleCnt="0"/>
      <dgm:spPr/>
    </dgm:pt>
    <dgm:pt modelId="{DDB5A2A5-3CD6-4C22-8429-F29E252849EA}" type="pres">
      <dgm:prSet presAssocID="{A8C318BE-3834-4D87-8D74-C9BB0BAF84D7}" presName="parentLin" presStyleCnt="0"/>
      <dgm:spPr/>
    </dgm:pt>
    <dgm:pt modelId="{03955CF1-A934-4E2F-88F4-FCFA768B1B8A}" type="pres">
      <dgm:prSet presAssocID="{A8C318BE-3834-4D87-8D74-C9BB0BAF84D7}" presName="parentLeftMargin" presStyleCnt="0"/>
      <dgm:spPr/>
    </dgm:pt>
    <dgm:pt modelId="{72DD2DBF-4649-46B3-A837-2A9514550037}" type="pres">
      <dgm:prSet presAssocID="{A8C318BE-3834-4D87-8D74-C9BB0BAF84D7}" presName="parentText" presStyleLbl="node1" presStyleIdx="1" presStyleCnt="4" custScaleX="142857" custScaleY="169636" custLinFactNeighborX="-10344">
        <dgm:presLayoutVars>
          <dgm:chMax val="0"/>
          <dgm:bulletEnabled val="1"/>
        </dgm:presLayoutVars>
      </dgm:prSet>
      <dgm:spPr/>
    </dgm:pt>
    <dgm:pt modelId="{481D1787-CA5D-4EC2-812D-13BDCA04FC79}" type="pres">
      <dgm:prSet presAssocID="{A8C318BE-3834-4D87-8D74-C9BB0BAF84D7}" presName="negativeSpace" presStyleCnt="0"/>
      <dgm:spPr/>
    </dgm:pt>
    <dgm:pt modelId="{348FBB1A-1E17-4BD3-895C-A449FD6CEA70}" type="pres">
      <dgm:prSet presAssocID="{A8C318BE-3834-4D87-8D74-C9BB0BAF84D7}" presName="childText" presStyleLbl="conFgAcc1" presStyleIdx="1" presStyleCnt="4" custScaleX="76842">
        <dgm:presLayoutVars>
          <dgm:bulletEnabled val="1"/>
        </dgm:presLayoutVars>
      </dgm:prSet>
      <dgm:spPr>
        <a:xfrm>
          <a:off x="0" y="1992513"/>
          <a:ext cx="8797849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alpha val="90000"/>
              <a:hueOff val="0"/>
              <a:satOff val="0"/>
              <a:lumOff val="0"/>
              <a:alphaOff val="-13325"/>
            </a:srgbClr>
          </a:solidFill>
          <a:prstDash val="solid"/>
        </a:ln>
        <a:effectLst/>
      </dgm:spPr>
    </dgm:pt>
    <dgm:pt modelId="{1FB136CA-760F-4235-8A5D-AF56CC7FA970}" type="pres">
      <dgm:prSet presAssocID="{C2983F23-0F17-491C-A62B-51D3B47AF433}" presName="spaceBetweenRectangles" presStyleCnt="0"/>
      <dgm:spPr/>
    </dgm:pt>
    <dgm:pt modelId="{B669CD7B-FC52-4B6C-8444-9D315E9760C3}" type="pres">
      <dgm:prSet presAssocID="{2DA8EA71-96FB-49EF-A2C7-1F6C0A5CBB29}" presName="parentLin" presStyleCnt="0"/>
      <dgm:spPr/>
    </dgm:pt>
    <dgm:pt modelId="{B3CF6980-79BD-4CC4-879A-EC576CA0E28E}" type="pres">
      <dgm:prSet presAssocID="{2DA8EA71-96FB-49EF-A2C7-1F6C0A5CBB29}" presName="parentLeftMargin" presStyleCnt="0"/>
      <dgm:spPr/>
    </dgm:pt>
    <dgm:pt modelId="{E8EE63AD-A750-4812-9E93-B7408B66D7C2}" type="pres">
      <dgm:prSet presAssocID="{2DA8EA71-96FB-49EF-A2C7-1F6C0A5CBB29}" presName="parentText" presStyleLbl="node1" presStyleIdx="2" presStyleCnt="4" custScaleX="140070" custScaleY="152796" custLinFactNeighborX="-11969">
        <dgm:presLayoutVars>
          <dgm:chMax val="0"/>
          <dgm:bulletEnabled val="1"/>
        </dgm:presLayoutVars>
      </dgm:prSet>
      <dgm:spPr/>
    </dgm:pt>
    <dgm:pt modelId="{69D22B55-CBDE-4787-9705-1D137FC7B846}" type="pres">
      <dgm:prSet presAssocID="{2DA8EA71-96FB-49EF-A2C7-1F6C0A5CBB29}" presName="negativeSpace" presStyleCnt="0"/>
      <dgm:spPr/>
    </dgm:pt>
    <dgm:pt modelId="{BCAD3CF1-9B72-4234-AC52-674B9DFBEEDC}" type="pres">
      <dgm:prSet presAssocID="{2DA8EA71-96FB-49EF-A2C7-1F6C0A5CBB29}" presName="childText" presStyleLbl="conFgAcc1" presStyleIdx="2" presStyleCnt="4" custScaleX="76830">
        <dgm:presLayoutVars>
          <dgm:bulletEnabled val="1"/>
        </dgm:presLayoutVars>
      </dgm:prSet>
      <dgm:spPr>
        <a:xfrm>
          <a:off x="0" y="3150476"/>
          <a:ext cx="8796475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alpha val="90000"/>
              <a:hueOff val="0"/>
              <a:satOff val="0"/>
              <a:lumOff val="0"/>
              <a:alphaOff val="-26659"/>
            </a:srgbClr>
          </a:solidFill>
          <a:prstDash val="solid"/>
        </a:ln>
        <a:effectLst/>
      </dgm:spPr>
    </dgm:pt>
    <dgm:pt modelId="{05EBF1B6-15F1-44B8-969E-9A14E9CA49C9}" type="pres">
      <dgm:prSet presAssocID="{8F2B6DEA-E67B-4960-8CF9-26C5F39B6BB1}" presName="spaceBetweenRectangles" presStyleCnt="0"/>
      <dgm:spPr/>
    </dgm:pt>
    <dgm:pt modelId="{DF3F2576-953E-41C3-ADC7-D467C10910B4}" type="pres">
      <dgm:prSet presAssocID="{3E16A157-59ED-43CA-9074-647DE6BCAA72}" presName="parentLin" presStyleCnt="0"/>
      <dgm:spPr/>
    </dgm:pt>
    <dgm:pt modelId="{0B3B20AF-5DF5-48A7-9ED4-187992CCE9A2}" type="pres">
      <dgm:prSet presAssocID="{3E16A157-59ED-43CA-9074-647DE6BCAA72}" presName="parentLeftMargin" presStyleCnt="0"/>
      <dgm:spPr/>
    </dgm:pt>
    <dgm:pt modelId="{84F8A00B-C1D2-45FE-8B79-0BC647624D63}" type="pres">
      <dgm:prSet presAssocID="{3E16A157-59ED-43CA-9074-647DE6BCAA72}" presName="parentText" presStyleLbl="node1" presStyleIdx="3" presStyleCnt="4" custScaleX="142857" custScaleY="150680" custLinFactNeighborX="-10344">
        <dgm:presLayoutVars>
          <dgm:chMax val="0"/>
          <dgm:bulletEnabled val="1"/>
        </dgm:presLayoutVars>
      </dgm:prSet>
      <dgm:spPr/>
    </dgm:pt>
    <dgm:pt modelId="{7070B51A-9832-45B7-B7F1-5178DF6C883A}" type="pres">
      <dgm:prSet presAssocID="{3E16A157-59ED-43CA-9074-647DE6BCAA72}" presName="negativeSpace" presStyleCnt="0"/>
      <dgm:spPr/>
    </dgm:pt>
    <dgm:pt modelId="{3F8075F9-44A1-47FD-9C34-9413D6F35E39}" type="pres">
      <dgm:prSet presAssocID="{3E16A157-59ED-43CA-9074-647DE6BCAA72}" presName="childText" presStyleLbl="conFgAcc1" presStyleIdx="3" presStyleCnt="4" custScaleX="76843">
        <dgm:presLayoutVars>
          <dgm:bulletEnabled val="1"/>
        </dgm:presLayoutVars>
      </dgm:prSet>
      <dgm:spPr>
        <a:xfrm>
          <a:off x="0" y="4296570"/>
          <a:ext cx="8797964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alpha val="90000"/>
              <a:hueOff val="0"/>
              <a:satOff val="0"/>
              <a:lumOff val="0"/>
              <a:alphaOff val="-39992"/>
            </a:srgbClr>
          </a:solidFill>
          <a:prstDash val="solid"/>
        </a:ln>
        <a:effectLst/>
      </dgm:spPr>
    </dgm:pt>
  </dgm:ptLst>
  <dgm:cxnLst>
    <dgm:cxn modelId="{996E559C-2EC0-442B-A4B2-20DAC9084E08}" srcId="{40DDBD03-70FF-4C3E-8D54-F083439307A4}" destId="{7E6F0051-7829-4CC2-B1E7-1930CE779590}" srcOrd="0" destOrd="0" parTransId="{1022D5B1-A06D-4B23-A1F1-DC536DE1D5D2}" sibTransId="{FB5F924A-7D48-438A-88A4-A414FBDC3781}"/>
    <dgm:cxn modelId="{B2330FC3-21DE-4312-AF7A-AE37CC5FA3C2}" srcId="{40DDBD03-70FF-4C3E-8D54-F083439307A4}" destId="{A8C318BE-3834-4D87-8D74-C9BB0BAF84D7}" srcOrd="1" destOrd="0" parTransId="{E53D415B-2186-4339-BABF-F8109FE7808F}" sibTransId="{C2983F23-0F17-491C-A62B-51D3B47AF433}"/>
    <dgm:cxn modelId="{CBB3728B-8E05-41EC-B43F-712B23542C0F}" srcId="{40DDBD03-70FF-4C3E-8D54-F083439307A4}" destId="{2DA8EA71-96FB-49EF-A2C7-1F6C0A5CBB29}" srcOrd="2" destOrd="0" parTransId="{344C48C2-9C66-4740-92FF-6F653BDF6997}" sibTransId="{8F2B6DEA-E67B-4960-8CF9-26C5F39B6BB1}"/>
    <dgm:cxn modelId="{C4000497-0814-4F5D-8CE0-92D79EA4C8B9}" srcId="{40DDBD03-70FF-4C3E-8D54-F083439307A4}" destId="{3E16A157-59ED-43CA-9074-647DE6BCAA72}" srcOrd="3" destOrd="0" parTransId="{3CD97D8E-B770-4806-8609-492734DE96F6}" sibTransId="{7C49BC46-05A0-4072-A07C-1A31A82C4AFA}"/>
    <dgm:cxn modelId="{3B789EE8-45FC-4CE1-98F9-EED89D53C24B}" type="presOf" srcId="{40DDBD03-70FF-4C3E-8D54-F083439307A4}" destId="{976F13D5-4DB5-49EE-B817-B343208CB58A}" srcOrd="0" destOrd="0" presId="urn:microsoft.com/office/officeart/2005/8/layout/list1"/>
    <dgm:cxn modelId="{AC958AD3-0AEC-4EDB-9738-F9620EE4DA8E}" type="presParOf" srcId="{976F13D5-4DB5-49EE-B817-B343208CB58A}" destId="{2092322F-8C39-44F6-A061-0AE8D717CFCB}" srcOrd="0" destOrd="0" presId="urn:microsoft.com/office/officeart/2005/8/layout/list1"/>
    <dgm:cxn modelId="{B37D1987-9EED-42A4-91CC-3C7287BDC033}" type="presParOf" srcId="{2092322F-8C39-44F6-A061-0AE8D717CFCB}" destId="{44EF28E8-97C2-4163-8103-36DBBC0B2918}" srcOrd="0" destOrd="0" presId="urn:microsoft.com/office/officeart/2005/8/layout/list1"/>
    <dgm:cxn modelId="{FC1A2285-D921-400B-9BB7-7F1AE3D3816C}" type="presOf" srcId="{7E6F0051-7829-4CC2-B1E7-1930CE779590}" destId="{44EF28E8-97C2-4163-8103-36DBBC0B2918}" srcOrd="0" destOrd="0" presId="urn:microsoft.com/office/officeart/2005/8/layout/list1"/>
    <dgm:cxn modelId="{9FBF0D23-BFE0-4C50-AE06-57C3F2D0CD5A}" type="presParOf" srcId="{2092322F-8C39-44F6-A061-0AE8D717CFCB}" destId="{B6FD861A-60A1-4731-9F99-91E4FDD2D05E}" srcOrd="1" destOrd="0" presId="urn:microsoft.com/office/officeart/2005/8/layout/list1"/>
    <dgm:cxn modelId="{8F824DE0-824B-4974-95B2-9C756E9E8467}" type="presOf" srcId="{7E6F0051-7829-4CC2-B1E7-1930CE779590}" destId="{B6FD861A-60A1-4731-9F99-91E4FDD2D05E}" srcOrd="0" destOrd="0" presId="urn:microsoft.com/office/officeart/2005/8/layout/list1"/>
    <dgm:cxn modelId="{2E13884D-EBBA-4675-9BF1-AB477925F64B}" type="presParOf" srcId="{976F13D5-4DB5-49EE-B817-B343208CB58A}" destId="{57D19F9E-C23C-4674-8269-D0A6DDE5F6BC}" srcOrd="1" destOrd="0" presId="urn:microsoft.com/office/officeart/2005/8/layout/list1"/>
    <dgm:cxn modelId="{D635ADF5-13CF-4C36-B207-721F87DC827E}" type="presParOf" srcId="{976F13D5-4DB5-49EE-B817-B343208CB58A}" destId="{54312261-7F16-48F3-9E66-7ED49BD54007}" srcOrd="2" destOrd="0" presId="urn:microsoft.com/office/officeart/2005/8/layout/list1"/>
    <dgm:cxn modelId="{E7552A11-4FF0-4EB6-A4FB-0377C8AAFBB4}" type="presParOf" srcId="{976F13D5-4DB5-49EE-B817-B343208CB58A}" destId="{EA98952B-1D9B-45ED-93EB-90D53C9281AC}" srcOrd="3" destOrd="0" presId="urn:microsoft.com/office/officeart/2005/8/layout/list1"/>
    <dgm:cxn modelId="{477E69B5-7214-46D9-961E-9CF6D8BF7EDA}" type="presParOf" srcId="{976F13D5-4DB5-49EE-B817-B343208CB58A}" destId="{DDB5A2A5-3CD6-4C22-8429-F29E252849EA}" srcOrd="4" destOrd="0" presId="urn:microsoft.com/office/officeart/2005/8/layout/list1"/>
    <dgm:cxn modelId="{55A26BAC-5BD0-47F6-9D5E-01CF0056EE70}" type="presParOf" srcId="{DDB5A2A5-3CD6-4C22-8429-F29E252849EA}" destId="{03955CF1-A934-4E2F-88F4-FCFA768B1B8A}" srcOrd="0" destOrd="4" presId="urn:microsoft.com/office/officeart/2005/8/layout/list1"/>
    <dgm:cxn modelId="{744AAB98-12CD-4C27-B683-CC34DCD810A6}" type="presOf" srcId="{A8C318BE-3834-4D87-8D74-C9BB0BAF84D7}" destId="{03955CF1-A934-4E2F-88F4-FCFA768B1B8A}" srcOrd="0" destOrd="0" presId="urn:microsoft.com/office/officeart/2005/8/layout/list1"/>
    <dgm:cxn modelId="{52E64727-716D-4F7E-8575-9992D57E4C91}" type="presParOf" srcId="{DDB5A2A5-3CD6-4C22-8429-F29E252849EA}" destId="{72DD2DBF-4649-46B3-A837-2A9514550037}" srcOrd="1" destOrd="4" presId="urn:microsoft.com/office/officeart/2005/8/layout/list1"/>
    <dgm:cxn modelId="{AA07DD3C-4471-48FB-A9F6-457953D4907C}" type="presOf" srcId="{A8C318BE-3834-4D87-8D74-C9BB0BAF84D7}" destId="{72DD2DBF-4649-46B3-A837-2A9514550037}" srcOrd="0" destOrd="0" presId="urn:microsoft.com/office/officeart/2005/8/layout/list1"/>
    <dgm:cxn modelId="{A9066ABB-92CF-4FB6-ACB9-979D370027CA}" type="presParOf" srcId="{976F13D5-4DB5-49EE-B817-B343208CB58A}" destId="{481D1787-CA5D-4EC2-812D-13BDCA04FC79}" srcOrd="5" destOrd="0" presId="urn:microsoft.com/office/officeart/2005/8/layout/list1"/>
    <dgm:cxn modelId="{E60C4936-3EA9-4C02-AB75-29B2F66F6D11}" type="presParOf" srcId="{976F13D5-4DB5-49EE-B817-B343208CB58A}" destId="{348FBB1A-1E17-4BD3-895C-A449FD6CEA70}" srcOrd="6" destOrd="0" presId="urn:microsoft.com/office/officeart/2005/8/layout/list1"/>
    <dgm:cxn modelId="{567E2098-6CAA-4C47-B22D-08BF9A905F88}" type="presParOf" srcId="{976F13D5-4DB5-49EE-B817-B343208CB58A}" destId="{1FB136CA-760F-4235-8A5D-AF56CC7FA970}" srcOrd="7" destOrd="0" presId="urn:microsoft.com/office/officeart/2005/8/layout/list1"/>
    <dgm:cxn modelId="{1FA88DB1-BF27-4CE2-8738-9237B807C1E9}" type="presParOf" srcId="{976F13D5-4DB5-49EE-B817-B343208CB58A}" destId="{B669CD7B-FC52-4B6C-8444-9D315E9760C3}" srcOrd="8" destOrd="0" presId="urn:microsoft.com/office/officeart/2005/8/layout/list1"/>
    <dgm:cxn modelId="{D7FBD7AB-9494-4E2A-A210-0733A20D3ED8}" type="presParOf" srcId="{B669CD7B-FC52-4B6C-8444-9D315E9760C3}" destId="{B3CF6980-79BD-4CC4-879A-EC576CA0E28E}" srcOrd="0" destOrd="8" presId="urn:microsoft.com/office/officeart/2005/8/layout/list1"/>
    <dgm:cxn modelId="{8C67CBA0-C57D-40A3-9972-9E693D13F628}" type="presOf" srcId="{2DA8EA71-96FB-49EF-A2C7-1F6C0A5CBB29}" destId="{B3CF6980-79BD-4CC4-879A-EC576CA0E28E}" srcOrd="0" destOrd="0" presId="urn:microsoft.com/office/officeart/2005/8/layout/list1"/>
    <dgm:cxn modelId="{CE9C17F8-7604-453B-8B6F-E91A62E881AB}" type="presParOf" srcId="{B669CD7B-FC52-4B6C-8444-9D315E9760C3}" destId="{E8EE63AD-A750-4812-9E93-B7408B66D7C2}" srcOrd="1" destOrd="8" presId="urn:microsoft.com/office/officeart/2005/8/layout/list1"/>
    <dgm:cxn modelId="{88FCD510-91D2-40D8-AE06-7229E837DC8D}" type="presOf" srcId="{2DA8EA71-96FB-49EF-A2C7-1F6C0A5CBB29}" destId="{E8EE63AD-A750-4812-9E93-B7408B66D7C2}" srcOrd="0" destOrd="0" presId="urn:microsoft.com/office/officeart/2005/8/layout/list1"/>
    <dgm:cxn modelId="{8DCFC369-9353-4262-A869-89B417E0C194}" type="presParOf" srcId="{976F13D5-4DB5-49EE-B817-B343208CB58A}" destId="{69D22B55-CBDE-4787-9705-1D137FC7B846}" srcOrd="9" destOrd="0" presId="urn:microsoft.com/office/officeart/2005/8/layout/list1"/>
    <dgm:cxn modelId="{058369CC-B7A5-4AB6-BB1A-D701D30CFC03}" type="presParOf" srcId="{976F13D5-4DB5-49EE-B817-B343208CB58A}" destId="{BCAD3CF1-9B72-4234-AC52-674B9DFBEEDC}" srcOrd="10" destOrd="0" presId="urn:microsoft.com/office/officeart/2005/8/layout/list1"/>
    <dgm:cxn modelId="{37AE7383-460C-479E-BA85-0A78EEAE058E}" type="presParOf" srcId="{976F13D5-4DB5-49EE-B817-B343208CB58A}" destId="{05EBF1B6-15F1-44B8-969E-9A14E9CA49C9}" srcOrd="11" destOrd="0" presId="urn:microsoft.com/office/officeart/2005/8/layout/list1"/>
    <dgm:cxn modelId="{1909AEE5-6F4E-4393-B49A-B752A13E497E}" type="presParOf" srcId="{976F13D5-4DB5-49EE-B817-B343208CB58A}" destId="{DF3F2576-953E-41C3-ADC7-D467C10910B4}" srcOrd="12" destOrd="0" presId="urn:microsoft.com/office/officeart/2005/8/layout/list1"/>
    <dgm:cxn modelId="{6BE27D3D-1978-4C11-9143-7B1FB42FEC9E}" type="presParOf" srcId="{DF3F2576-953E-41C3-ADC7-D467C10910B4}" destId="{0B3B20AF-5DF5-48A7-9ED4-187992CCE9A2}" srcOrd="0" destOrd="12" presId="urn:microsoft.com/office/officeart/2005/8/layout/list1"/>
    <dgm:cxn modelId="{69E8D300-7F72-4DD2-82BF-7C8F8566D793}" type="presOf" srcId="{3E16A157-59ED-43CA-9074-647DE6BCAA72}" destId="{0B3B20AF-5DF5-48A7-9ED4-187992CCE9A2}" srcOrd="0" destOrd="0" presId="urn:microsoft.com/office/officeart/2005/8/layout/list1"/>
    <dgm:cxn modelId="{FF1C047E-4B11-4335-8671-7371F3F55072}" type="presParOf" srcId="{DF3F2576-953E-41C3-ADC7-D467C10910B4}" destId="{84F8A00B-C1D2-45FE-8B79-0BC647624D63}" srcOrd="1" destOrd="12" presId="urn:microsoft.com/office/officeart/2005/8/layout/list1"/>
    <dgm:cxn modelId="{8FEE8B2F-F733-467D-86CF-4F21CFA1351D}" type="presOf" srcId="{3E16A157-59ED-43CA-9074-647DE6BCAA72}" destId="{84F8A00B-C1D2-45FE-8B79-0BC647624D63}" srcOrd="0" destOrd="0" presId="urn:microsoft.com/office/officeart/2005/8/layout/list1"/>
    <dgm:cxn modelId="{95A8D0D4-927A-4034-85A7-B9AF6255F831}" type="presParOf" srcId="{976F13D5-4DB5-49EE-B817-B343208CB58A}" destId="{7070B51A-9832-45B7-B7F1-5178DF6C883A}" srcOrd="13" destOrd="0" presId="urn:microsoft.com/office/officeart/2005/8/layout/list1"/>
    <dgm:cxn modelId="{6155B4D9-7EC9-44A6-8820-AE2DA25202A8}" type="presParOf" srcId="{976F13D5-4DB5-49EE-B817-B343208CB58A}" destId="{3F8075F9-44A1-47FD-9C34-9413D6F35E39}" srcOrd="14" destOrd="0" presId="urn:microsoft.com/office/officeart/2005/8/layout/list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558507" cy="809795"/>
        <a:chOff x="0" y="0"/>
        <a:chExt cx="7558507" cy="809795"/>
      </a:xfrm>
    </dsp:grpSpPr>
    <dsp:sp modelId="{C54E1DB5-6479-4618-9B4D-A8F39669BC3A}">
      <dsp:nvSpPr>
        <dsp:cNvPr id="3" name="圆角矩形 2"/>
        <dsp:cNvSpPr/>
      </dsp:nvSpPr>
      <dsp:spPr bwMode="white">
        <a:xfrm>
          <a:off x="0" y="0"/>
          <a:ext cx="1989081" cy="809795"/>
        </a:xfrm>
        <a:prstGeom prst="roundRect">
          <a:avLst>
            <a:gd name="adj" fmla="val 10000"/>
          </a:avLst>
        </a:prstGeom>
        <a:solidFill>
          <a:srgbClr val="FFCCCC"/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91439" rIns="91439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课前</a:t>
          </a:r>
          <a:r>
            <a:rPr lang="en-US" altLang="zh-CN" sz="2400" b="1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(</a:t>
          </a:r>
          <a:r>
            <a:rPr lang="zh-CN" altLang="en-US" sz="2400" b="1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线上</a:t>
          </a:r>
          <a:r>
            <a:rPr lang="en-US" altLang="zh-CN" sz="2400" b="1" dirty="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)</a:t>
          </a:r>
          <a:endParaRPr sz="2400"/>
        </a:p>
      </dsp:txBody>
      <dsp:txXfrm>
        <a:off x="0" y="0"/>
        <a:ext cx="1989081" cy="809795"/>
      </dsp:txXfrm>
    </dsp:sp>
    <dsp:sp modelId="{BB86D391-ACC7-40AD-96F9-AD0B512A4D80}">
      <dsp:nvSpPr>
        <dsp:cNvPr id="4" name="右箭头 3"/>
        <dsp:cNvSpPr/>
      </dsp:nvSpPr>
      <dsp:spPr bwMode="white">
        <a:xfrm>
          <a:off x="2176054" y="158251"/>
          <a:ext cx="421685" cy="493292"/>
        </a:xfrm>
        <a:prstGeom prst="rightArrow">
          <a:avLst>
            <a:gd name="adj1" fmla="val 60000"/>
            <a:gd name="adj2" fmla="val 50000"/>
          </a:avLst>
        </a:prstGeom>
        <a:solidFill>
          <a:srgbClr val="FFC000"/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2400" b="1">
            <a:solidFill>
              <a:srgbClr val="003BB0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2176054" y="158251"/>
        <a:ext cx="421685" cy="493292"/>
      </dsp:txXfrm>
    </dsp:sp>
    <dsp:sp modelId="{9F76FF30-FA0B-440F-864C-27B44355B867}">
      <dsp:nvSpPr>
        <dsp:cNvPr id="5" name="圆角矩形 4"/>
        <dsp:cNvSpPr/>
      </dsp:nvSpPr>
      <dsp:spPr bwMode="white">
        <a:xfrm>
          <a:off x="2784713" y="0"/>
          <a:ext cx="1989081" cy="809795"/>
        </a:xfrm>
        <a:prstGeom prst="roundRect">
          <a:avLst>
            <a:gd name="adj" fmla="val 10000"/>
          </a:avLst>
        </a:prstGeom>
        <a:solidFill>
          <a:srgbClr val="1F497D">
            <a:lumMod val="20000"/>
            <a:lumOff val="80000"/>
          </a:srgbClr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91439" rIns="91439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  课中</a:t>
          </a:r>
          <a:r>
            <a:rPr lang="en-US" altLang="zh-CN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(</a:t>
          </a:r>
          <a:r>
            <a: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线下）</a:t>
          </a:r>
          <a:endParaRPr sz="2400"/>
        </a:p>
      </dsp:txBody>
      <dsp:txXfrm>
        <a:off x="2784713" y="0"/>
        <a:ext cx="1989081" cy="809795"/>
      </dsp:txXfrm>
    </dsp:sp>
    <dsp:sp modelId="{1376BD7A-1247-421A-8151-9755180D2400}">
      <dsp:nvSpPr>
        <dsp:cNvPr id="6" name="右箭头 5"/>
        <dsp:cNvSpPr/>
      </dsp:nvSpPr>
      <dsp:spPr bwMode="white">
        <a:xfrm>
          <a:off x="4960767" y="158251"/>
          <a:ext cx="421685" cy="493292"/>
        </a:xfrm>
        <a:prstGeom prst="rightArrow">
          <a:avLst>
            <a:gd name="adj1" fmla="val 60000"/>
            <a:gd name="adj2" fmla="val 50000"/>
          </a:avLst>
        </a:prstGeom>
        <a:solidFill>
          <a:srgbClr val="FFC000"/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2400" b="1">
            <a:solidFill>
              <a:srgbClr val="003BB0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4960767" y="158251"/>
        <a:ext cx="421685" cy="493292"/>
      </dsp:txXfrm>
    </dsp:sp>
    <dsp:sp modelId="{F443173A-3679-4E56-A067-EE244C54018B}">
      <dsp:nvSpPr>
        <dsp:cNvPr id="7" name="圆角矩形 6"/>
        <dsp:cNvSpPr/>
      </dsp:nvSpPr>
      <dsp:spPr bwMode="white">
        <a:xfrm>
          <a:off x="5569426" y="0"/>
          <a:ext cx="1989081" cy="809795"/>
        </a:xfrm>
        <a:prstGeom prst="roundRect">
          <a:avLst>
            <a:gd name="adj" fmla="val 10000"/>
          </a:avLst>
        </a:prstGeom>
        <a:solidFill>
          <a:srgbClr val="FFFFCC"/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91439" rIns="91439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>
              <a:solidFill>
                <a:srgbClr val="003BB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课后</a:t>
          </a:r>
          <a:endParaRPr sz="2400"/>
        </a:p>
      </dsp:txBody>
      <dsp:txXfrm>
        <a:off x="5569426" y="0"/>
        <a:ext cx="1989081" cy="8097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05775" cy="4043680"/>
        <a:chOff x="0" y="0"/>
        <a:chExt cx="8105775" cy="4043680"/>
      </a:xfrm>
    </dsp:grpSpPr>
    <dsp:sp modelId="{54312261-7F16-48F3-9E66-7ED49BD54007}">
      <dsp:nvSpPr>
        <dsp:cNvPr id="5" name="矩形 4"/>
        <dsp:cNvSpPr/>
      </dsp:nvSpPr>
      <dsp:spPr bwMode="white">
        <a:xfrm>
          <a:off x="0" y="583379"/>
          <a:ext cx="6228721" cy="4032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alpha val="9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hemeClr val="accent3">
            <a:alpha val="90000"/>
            <a:hueOff val="0"/>
            <a:satOff val="0"/>
            <a:lumOff val="0"/>
            <a:alpha val="9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29098" tIns="333248" rIns="629098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583379"/>
        <a:ext cx="6228721" cy="403200"/>
      </dsp:txXfrm>
    </dsp:sp>
    <dsp:sp modelId="{B6FD861A-60A1-4731-9F99-91E4FDD2D05E}">
      <dsp:nvSpPr>
        <dsp:cNvPr id="4" name="圆角矩形 3"/>
        <dsp:cNvSpPr/>
      </dsp:nvSpPr>
      <dsp:spPr bwMode="white">
        <a:xfrm>
          <a:off x="324910" y="53842"/>
          <a:ext cx="7737417" cy="757360"/>
        </a:xfrm>
        <a:prstGeom prst="roundRect">
          <a:avLst/>
        </a:prstGeom>
        <a:solidFill>
          <a:srgbClr val="9BBB59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3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14465" tIns="0" rIns="214465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Symbol" panose="05050102010706020507" pitchFamily="18" charset="2"/>
            </a:rPr>
            <a:t> 按照教学进度完成视频、章测试等网上作业</a:t>
          </a:r>
          <a:endParaRPr lang="zh-CN" altLang="en-US" sz="2400" b="1" dirty="0">
            <a:solidFill>
              <a:sysClr val="windowText" lastClr="000000"/>
            </a:solidFill>
            <a:latin typeface="微软雅黑" panose="020B0503020204020204" charset="-122"/>
            <a:ea typeface="微软雅黑" panose="020B0503020204020204" charset="-122"/>
            <a:cs typeface="+mn-cs"/>
          </a:endParaRPr>
        </a:p>
      </dsp:txBody>
      <dsp:txXfrm>
        <a:off x="324910" y="53842"/>
        <a:ext cx="7737417" cy="757360"/>
      </dsp:txXfrm>
    </dsp:sp>
    <dsp:sp modelId="{348FBB1A-1E17-4BD3-895C-A449FD6CEA70}">
      <dsp:nvSpPr>
        <dsp:cNvPr id="8" name="矩形 7"/>
        <dsp:cNvSpPr/>
      </dsp:nvSpPr>
      <dsp:spPr bwMode="white">
        <a:xfrm>
          <a:off x="0" y="1638044"/>
          <a:ext cx="6228640" cy="4032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alpha val="90000"/>
              <a:hueOff val="0"/>
              <a:satOff val="0"/>
              <a:lumOff val="0"/>
              <a:alphaOff val="-13325"/>
            </a:srgbClr>
          </a:solidFill>
          <a:prstDash val="solid"/>
        </a:ln>
        <a:effectLst/>
      </dsp:spPr>
      <dsp:style>
        <a:lnRef idx="2">
          <a:schemeClr val="accent3">
            <a:alpha val="90000"/>
            <a:hueOff val="0"/>
            <a:satOff val="0"/>
            <a:lumOff val="0"/>
            <a:alpha val="76863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29098" tIns="333248" rIns="629098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1638044"/>
        <a:ext cx="6228640" cy="403200"/>
      </dsp:txXfrm>
    </dsp:sp>
    <dsp:sp modelId="{72DD2DBF-4649-46B3-A837-2A9514550037}">
      <dsp:nvSpPr>
        <dsp:cNvPr id="7" name="圆角矩形 6"/>
        <dsp:cNvSpPr/>
      </dsp:nvSpPr>
      <dsp:spPr bwMode="white">
        <a:xfrm>
          <a:off x="346063" y="1072979"/>
          <a:ext cx="7719785" cy="801225"/>
        </a:xfrm>
        <a:prstGeom prst="roundRect">
          <a:avLst/>
        </a:prstGeom>
        <a:solidFill>
          <a:srgbClr val="9BBB59">
            <a:alpha val="90000"/>
            <a:hueOff val="0"/>
            <a:satOff val="0"/>
            <a:lumOff val="0"/>
            <a:alphaOff val="-13325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3">
            <a:alpha val="90000"/>
            <a:hueOff val="0"/>
            <a:satOff val="0"/>
            <a:lumOff val="0"/>
            <a:alpha val="76863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14465" tIns="0" rIns="214465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Symbol" panose="05050102010706020507" pitchFamily="18" charset="2"/>
            </a:rPr>
            <a:t> </a:t>
          </a: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在课程问答区积极互动，提出问题、解答问题等</a:t>
          </a:r>
        </a:p>
      </dsp:txBody>
      <dsp:txXfrm>
        <a:off x="346063" y="1072979"/>
        <a:ext cx="7719785" cy="801225"/>
      </dsp:txXfrm>
    </dsp:sp>
    <dsp:sp modelId="{BCAD3CF1-9B72-4234-AC52-674B9DFBEEDC}">
      <dsp:nvSpPr>
        <dsp:cNvPr id="11" name="矩形 10"/>
        <dsp:cNvSpPr/>
      </dsp:nvSpPr>
      <dsp:spPr bwMode="white">
        <a:xfrm>
          <a:off x="0" y="2613170"/>
          <a:ext cx="6227667" cy="4032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alpha val="90000"/>
              <a:hueOff val="0"/>
              <a:satOff val="0"/>
              <a:lumOff val="0"/>
              <a:alphaOff val="-26659"/>
            </a:srgbClr>
          </a:solidFill>
          <a:prstDash val="solid"/>
        </a:ln>
        <a:effectLst/>
      </dsp:spPr>
      <dsp:style>
        <a:lnRef idx="2">
          <a:schemeClr val="accent3">
            <a:alpha val="90000"/>
            <a:hueOff val="0"/>
            <a:satOff val="0"/>
            <a:lumOff val="0"/>
            <a:alpha val="63529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29098" tIns="333248" rIns="629098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613170"/>
        <a:ext cx="6227667" cy="403200"/>
      </dsp:txXfrm>
    </dsp:sp>
    <dsp:sp modelId="{E8EE63AD-A750-4812-9E93-B7408B66D7C2}">
      <dsp:nvSpPr>
        <dsp:cNvPr id="10" name="圆角矩形 9"/>
        <dsp:cNvSpPr/>
      </dsp:nvSpPr>
      <dsp:spPr bwMode="white">
        <a:xfrm>
          <a:off x="346223" y="2127644"/>
          <a:ext cx="7712478" cy="721686"/>
        </a:xfrm>
        <a:prstGeom prst="roundRect">
          <a:avLst/>
        </a:prstGeom>
        <a:solidFill>
          <a:srgbClr val="9BBB59">
            <a:alpha val="90000"/>
            <a:hueOff val="0"/>
            <a:satOff val="0"/>
            <a:lumOff val="0"/>
            <a:alphaOff val="-26659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3">
            <a:alpha val="90000"/>
            <a:hueOff val="0"/>
            <a:satOff val="0"/>
            <a:lumOff val="0"/>
            <a:alpha val="63529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14465" tIns="0" rIns="214465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Symbol" panose="05050102010706020507" pitchFamily="18" charset="2"/>
            </a:rPr>
            <a:t> </a:t>
          </a: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完成布置的作业，准备线上见面课内容，参与互动</a:t>
          </a:r>
          <a:endParaRPr lang="zh-CN" altLang="en-US" sz="2400" dirty="0">
            <a:solidFill>
              <a:sysClr val="windowText" lastClr="000000"/>
            </a:solidFill>
            <a:latin typeface="Calibri" panose="020F0502020204030204"/>
            <a:ea typeface="宋体" panose="02010600030101010101" pitchFamily="2" charset="-122"/>
            <a:cs typeface="+mn-cs"/>
          </a:endParaRPr>
        </a:p>
      </dsp:txBody>
      <dsp:txXfrm>
        <a:off x="346223" y="2127644"/>
        <a:ext cx="7712478" cy="721686"/>
      </dsp:txXfrm>
    </dsp:sp>
    <dsp:sp modelId="{3F8075F9-44A1-47FD-9C34-9413D6F35E39}">
      <dsp:nvSpPr>
        <dsp:cNvPr id="14" name="矩形 13"/>
        <dsp:cNvSpPr/>
      </dsp:nvSpPr>
      <dsp:spPr bwMode="white">
        <a:xfrm>
          <a:off x="0" y="3578301"/>
          <a:ext cx="6228721" cy="4032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alpha val="90000"/>
              <a:hueOff val="0"/>
              <a:satOff val="0"/>
              <a:lumOff val="0"/>
              <a:alphaOff val="-39992"/>
            </a:srgbClr>
          </a:solidFill>
          <a:prstDash val="solid"/>
        </a:ln>
        <a:effectLst/>
      </dsp:spPr>
      <dsp:style>
        <a:lnRef idx="2">
          <a:schemeClr val="accent3">
            <a:alpha val="90000"/>
            <a:hueOff val="0"/>
            <a:satOff val="0"/>
            <a:lumOff val="0"/>
            <a:alpha val="5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29098" tIns="333248" rIns="629098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578301"/>
        <a:ext cx="6228721" cy="403200"/>
      </dsp:txXfrm>
    </dsp:sp>
    <dsp:sp modelId="{84F8A00B-C1D2-45FE-8B79-0BC647624D63}">
      <dsp:nvSpPr>
        <dsp:cNvPr id="13" name="圆角矩形 12"/>
        <dsp:cNvSpPr/>
      </dsp:nvSpPr>
      <dsp:spPr bwMode="white">
        <a:xfrm>
          <a:off x="346063" y="3102770"/>
          <a:ext cx="7719785" cy="711692"/>
        </a:xfrm>
        <a:prstGeom prst="roundRect">
          <a:avLst/>
        </a:prstGeom>
        <a:solidFill>
          <a:srgbClr val="9BBB59">
            <a:alpha val="90000"/>
            <a:hueOff val="0"/>
            <a:satOff val="0"/>
            <a:lumOff val="0"/>
            <a:alphaOff val="-39992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3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14465" tIns="0" rIns="214465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Symbol" panose="05050102010706020507" pitchFamily="18" charset="2"/>
            </a:rPr>
            <a:t> </a:t>
          </a:r>
          <a:r>
            <a:rPr lang="zh-CN" altLang="en-US" sz="24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  <a:cs typeface="+mn-cs"/>
            </a:rPr>
            <a:t>不发广告贴、垃圾贴、水贴等，积极传递正能量</a:t>
          </a:r>
        </a:p>
      </dsp:txBody>
      <dsp:txXfrm>
        <a:off x="346063" y="3102770"/>
        <a:ext cx="7719785" cy="711692"/>
      </dsp:txXfrm>
    </dsp:sp>
    <dsp:sp modelId="{44EF28E8-97C2-4163-8103-36DBBC0B2918}">
      <dsp:nvSpPr>
        <dsp:cNvPr id="3" name="矩形 2" hidden="1"/>
        <dsp:cNvSpPr/>
      </dsp:nvSpPr>
      <dsp:spPr>
        <a:xfrm>
          <a:off x="0" y="62179"/>
          <a:ext cx="368358" cy="757360"/>
        </a:xfrm>
        <a:prstGeom prst="rect">
          <a:avLst/>
        </a:prstGeom>
      </dsp:spPr>
      <dsp:txXfrm>
        <a:off x="0" y="62179"/>
        <a:ext cx="368358" cy="757360"/>
      </dsp:txXfrm>
    </dsp:sp>
    <dsp:sp modelId="{03955CF1-A934-4E2F-88F4-FCFA768B1B8A}">
      <dsp:nvSpPr>
        <dsp:cNvPr id="6" name="矩形 5" hidden="1"/>
        <dsp:cNvSpPr/>
      </dsp:nvSpPr>
      <dsp:spPr>
        <a:xfrm>
          <a:off x="0" y="1072979"/>
          <a:ext cx="385990" cy="801225"/>
        </a:xfrm>
        <a:prstGeom prst="rect">
          <a:avLst/>
        </a:prstGeom>
      </dsp:spPr>
      <dsp:txXfrm>
        <a:off x="0" y="1072979"/>
        <a:ext cx="385990" cy="801225"/>
      </dsp:txXfrm>
    </dsp:sp>
    <dsp:sp modelId="{B3CF6980-79BD-4CC4-879A-EC576CA0E28E}">
      <dsp:nvSpPr>
        <dsp:cNvPr id="9" name="矩形 8" hidden="1"/>
        <dsp:cNvSpPr/>
      </dsp:nvSpPr>
      <dsp:spPr>
        <a:xfrm>
          <a:off x="0" y="2127644"/>
          <a:ext cx="393297" cy="721686"/>
        </a:xfrm>
        <a:prstGeom prst="rect">
          <a:avLst/>
        </a:prstGeom>
      </dsp:spPr>
      <dsp:txXfrm>
        <a:off x="0" y="2127644"/>
        <a:ext cx="393297" cy="721686"/>
      </dsp:txXfrm>
    </dsp:sp>
    <dsp:sp modelId="{0B3B20AF-5DF5-48A7-9ED4-187992CCE9A2}">
      <dsp:nvSpPr>
        <dsp:cNvPr id="12" name="矩形 11" hidden="1"/>
        <dsp:cNvSpPr/>
      </dsp:nvSpPr>
      <dsp:spPr>
        <a:xfrm>
          <a:off x="0" y="3102770"/>
          <a:ext cx="385990" cy="711692"/>
        </a:xfrm>
        <a:prstGeom prst="rect">
          <a:avLst/>
        </a:prstGeom>
      </dsp:spPr>
      <dsp:txXfrm>
        <a:off x="0" y="3102770"/>
        <a:ext cx="385990" cy="7116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4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4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4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b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b="0" strike="noStrike" noProof="1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91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1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1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b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b="0" strike="noStrike" noProof="1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3900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/>
          <p:nvPr/>
        </p:nvSpPr>
        <p:spPr>
          <a:xfrm>
            <a:off x="7315200" y="1066800"/>
            <a:ext cx="0" cy="4495800"/>
          </a:xfrm>
          <a:prstGeom prst="line">
            <a:avLst/>
          </a:prstGeom>
          <a:ln w="19050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2051" name="Group 8"/>
          <p:cNvGrpSpPr/>
          <p:nvPr/>
        </p:nvGrpSpPr>
        <p:grpSpPr>
          <a:xfrm>
            <a:off x="7493000" y="3255963"/>
            <a:ext cx="1338263" cy="2189162"/>
            <a:chOff x="4704" y="1885"/>
            <a:chExt cx="843" cy="1379"/>
          </a:xfrm>
        </p:grpSpPr>
        <p:sp>
          <p:nvSpPr>
            <p:cNvPr id="42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4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rgbClr val="FF9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5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6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rgbClr val="FF9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rgbClr val="FF9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9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rgbClr val="FF9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0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rgbClr val="FF9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1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3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4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rgbClr val="FF9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5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7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8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9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0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2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rgbClr val="00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3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4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5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6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rgbClr val="00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7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8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9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rgbClr val="00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rgbClr val="00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rgbClr val="00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rgbClr val="00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083" name="Line 40"/>
          <p:cNvSpPr/>
          <p:nvPr/>
        </p:nvSpPr>
        <p:spPr>
          <a:xfrm>
            <a:off x="252413" y="2997200"/>
            <a:ext cx="8351837" cy="0"/>
          </a:xfrm>
          <a:prstGeom prst="line">
            <a:avLst/>
          </a:prstGeom>
          <a:ln w="19050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2084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488" y="1125538"/>
            <a:ext cx="1508125" cy="1511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960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1700213"/>
            <a:ext cx="6781800" cy="1008062"/>
          </a:xfrm>
        </p:spPr>
        <p:txBody>
          <a:bodyPr/>
          <a:lstStyle>
            <a:lvl1pPr algn="ctr">
              <a:defRPr sz="4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8960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7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732588" y="6284913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0"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4213" y="616585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over dir="l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l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l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l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l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l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l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l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l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l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l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93027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l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over dir="ld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wmf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9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930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 smtClean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347345"/>
            <a:r>
              <a:rPr lang="zh-CN" altLang="en-US" dirty="0"/>
              <a:t>第二级</a:t>
            </a:r>
            <a:endParaRPr lang="zh-CN" altLang="en-US" dirty="0"/>
          </a:p>
          <a:p>
            <a:pPr lvl="2" indent="-293370"/>
            <a:r>
              <a:rPr lang="zh-CN" altLang="en-US" dirty="0"/>
              <a:t>第三级</a:t>
            </a:r>
            <a:endParaRPr lang="zh-CN" altLang="en-US" dirty="0"/>
          </a:p>
          <a:p>
            <a:pPr lvl="3" indent="-292100"/>
            <a:r>
              <a:rPr lang="zh-CN" altLang="en-US" dirty="0"/>
              <a:t>第四级</a:t>
            </a:r>
            <a:endParaRPr lang="zh-CN" altLang="en-US" dirty="0"/>
          </a:p>
          <a:p>
            <a:pPr lvl="4" indent="-31623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949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000" b="0"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949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ea typeface="宋体" panose="02010600030101010101" pitchFamily="2" charset="-122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grpSp>
        <p:nvGrpSpPr>
          <p:cNvPr id="1030" name="Group 6"/>
          <p:cNvGrpSpPr/>
          <p:nvPr/>
        </p:nvGrpSpPr>
        <p:grpSpPr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2" name="Oval 7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" name="Oval 8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472" y="1072"/>
              <a:ext cx="75" cy="7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136" y="1184"/>
              <a:ext cx="80" cy="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248" y="1184"/>
              <a:ext cx="79" cy="75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360" y="1184"/>
              <a:ext cx="76" cy="75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472" y="1184"/>
              <a:ext cx="75" cy="7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584" y="1184"/>
              <a:ext cx="80" cy="75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472" y="1296"/>
              <a:ext cx="75" cy="8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472" y="1408"/>
              <a:ext cx="75" cy="80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472" y="1520"/>
              <a:ext cx="75" cy="79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472" y="1632"/>
              <a:ext cx="75" cy="75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744"/>
              <a:ext cx="75" cy="8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062" name="Line 38"/>
          <p:cNvSpPr/>
          <p:nvPr/>
        </p:nvSpPr>
        <p:spPr>
          <a:xfrm>
            <a:off x="107950" y="1196975"/>
            <a:ext cx="7777163" cy="0"/>
          </a:xfrm>
          <a:prstGeom prst="line">
            <a:avLst/>
          </a:prstGeom>
          <a:ln w="57150" cap="flat" cmpd="thinThick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063" name="Picture 3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950" y="115888"/>
            <a:ext cx="1004888" cy="100806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cover dir="ld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500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500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500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500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500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9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400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430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930" indent="-31623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61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3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5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7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2109788"/>
            <a:ext cx="7772400" cy="762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分离分析化学</a:t>
            </a:r>
            <a:endParaRPr kumimoji="0" lang="zh-CN" altLang="en-US" sz="4400" b="1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5122" name="Rectangle 3"/>
          <p:cNvSpPr>
            <a:spLocks noGrp="1"/>
          </p:cNvSpPr>
          <p:nvPr>
            <p:ph type="subTitle" idx="1"/>
          </p:nvPr>
        </p:nvSpPr>
        <p:spPr>
          <a:xfrm>
            <a:off x="684213" y="3500438"/>
            <a:ext cx="6400800" cy="1752600"/>
          </a:xfrm>
        </p:spPr>
        <p:txBody>
          <a:bodyPr vert="horz" wrap="square" lIns="91440" tIns="45720" rIns="91440" bIns="45720" anchor="t"/>
          <a:lstStyle/>
          <a:p>
            <a:pPr algn="ctr" eaLnBrk="1" hangingPunct="1">
              <a:lnSpc>
                <a:spcPct val="80000"/>
              </a:lnSpc>
              <a:buSzPct val="70000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张文清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1" hangingPunct="1">
              <a:lnSpc>
                <a:spcPct val="80000"/>
              </a:lnSpc>
              <a:buSzPct val="70000"/>
            </a:pP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1" hangingPunct="1">
              <a:lnSpc>
                <a:spcPct val="80000"/>
              </a:lnSpc>
              <a:buSzPct val="70000"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Tel: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13818800410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1" hangingPunct="1">
              <a:lnSpc>
                <a:spcPct val="80000"/>
              </a:lnSpc>
              <a:buSzPct val="70000"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Email:zhwqing@ecust.edu.cn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1" hangingPunct="1">
              <a:lnSpc>
                <a:spcPct val="80000"/>
              </a:lnSpc>
              <a:buSzPct val="70000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徐汇实验三楼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121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奉贤实验四楼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501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cover dir="l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Line 11"/>
          <p:cNvSpPr>
            <a:spLocks noChangeShapeType="1"/>
          </p:cNvSpPr>
          <p:nvPr/>
        </p:nvSpPr>
        <p:spPr bwMode="auto">
          <a:xfrm>
            <a:off x="7138786" y="881991"/>
            <a:ext cx="0" cy="391573"/>
          </a:xfrm>
          <a:prstGeom prst="line">
            <a:avLst/>
          </a:prstGeom>
          <a:noFill/>
          <a:ln w="10" cap="flat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55" tIns="34277" rIns="68555" bIns="34277" numCol="1" anchor="t" anchorCtr="0" compatLnSpc="1"/>
          <a:lstStyle/>
          <a:p>
            <a:endParaRPr lang="zh-CN" altLang="en-US" sz="100"/>
          </a:p>
        </p:txBody>
      </p:sp>
      <p:sp>
        <p:nvSpPr>
          <p:cNvPr id="29" name="Line 12"/>
          <p:cNvSpPr>
            <a:spLocks noChangeShapeType="1"/>
          </p:cNvSpPr>
          <p:nvPr/>
        </p:nvSpPr>
        <p:spPr bwMode="auto">
          <a:xfrm>
            <a:off x="8145249" y="881991"/>
            <a:ext cx="0" cy="391573"/>
          </a:xfrm>
          <a:prstGeom prst="line">
            <a:avLst/>
          </a:prstGeom>
          <a:noFill/>
          <a:ln w="10" cap="flat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55" tIns="34277" rIns="68555" bIns="34277" numCol="1" anchor="t" anchorCtr="0" compatLnSpc="1"/>
          <a:lstStyle/>
          <a:p>
            <a:endParaRPr lang="zh-CN" altLang="en-US" sz="100"/>
          </a:p>
        </p:txBody>
      </p: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7247475" y="978397"/>
            <a:ext cx="767080" cy="23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/>
          <a:p>
            <a:pPr lvl="0"/>
            <a:r>
              <a:rPr lang="zh-CN" altLang="en-US" sz="1500" dirty="0">
                <a:solidFill>
                  <a:srgbClr val="FFFFFF"/>
                </a:solidFill>
                <a:latin typeface="+mj-ea"/>
                <a:ea typeface="+mj-ea"/>
                <a:cs typeface="宋体" panose="02010600030101010101" pitchFamily="2" charset="-122"/>
              </a:rPr>
              <a:t>改革成效</a:t>
            </a:r>
            <a:endParaRPr lang="zh-CN" altLang="en-US" sz="1500" dirty="0">
              <a:solidFill>
                <a:srgbClr val="FFFFFF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32" name="Rectangle 20"/>
          <p:cNvSpPr>
            <a:spLocks noChangeArrowheads="1"/>
          </p:cNvSpPr>
          <p:nvPr/>
        </p:nvSpPr>
        <p:spPr bwMode="auto">
          <a:xfrm>
            <a:off x="8243188" y="978397"/>
            <a:ext cx="767080" cy="23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/>
          <a:p>
            <a:r>
              <a:rPr lang="zh-CN" altLang="en-US" sz="1500" dirty="0">
                <a:solidFill>
                  <a:srgbClr val="FFFFFF"/>
                </a:solidFill>
                <a:latin typeface="+mj-ea"/>
                <a:ea typeface="+mj-ea"/>
                <a:cs typeface="宋体" panose="02010600030101010101" pitchFamily="2" charset="-122"/>
              </a:rPr>
              <a:t>创新特色</a:t>
            </a:r>
            <a:endParaRPr lang="zh-CN" altLang="zh-CN" sz="1500" dirty="0">
              <a:solidFill>
                <a:srgbClr val="FFFFFF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33" name="Rectangle 18"/>
          <p:cNvSpPr>
            <a:spLocks noChangeArrowheads="1"/>
          </p:cNvSpPr>
          <p:nvPr/>
        </p:nvSpPr>
        <p:spPr bwMode="auto">
          <a:xfrm>
            <a:off x="5322516" y="978398"/>
            <a:ext cx="843591" cy="23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>
              <a:buFontTx/>
              <a:buNone/>
            </a:pPr>
            <a:r>
              <a:rPr lang="zh-CN" altLang="en-US" sz="1500" dirty="0">
                <a:solidFill>
                  <a:srgbClr val="FFFFFF"/>
                </a:solidFill>
                <a:latin typeface="+mj-ea"/>
                <a:ea typeface="+mj-ea"/>
                <a:cs typeface="宋体" panose="02010600030101010101" pitchFamily="2" charset="-122"/>
              </a:rPr>
              <a:t>课程设计</a:t>
            </a:r>
            <a:endParaRPr lang="zh-CN" sz="1500" dirty="0">
              <a:solidFill>
                <a:srgbClr val="FFFFFF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259874" y="405096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课程概述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4325666" y="968242"/>
            <a:ext cx="767080" cy="23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/>
          <a:p>
            <a:r>
              <a:rPr lang="zh-CN" altLang="en-US" sz="1500" dirty="0">
                <a:solidFill>
                  <a:srgbClr val="FFFFFF"/>
                </a:solidFill>
                <a:latin typeface="+mj-ea"/>
                <a:ea typeface="+mj-ea"/>
                <a:cs typeface="宋体" panose="02010600030101010101" pitchFamily="2" charset="-122"/>
              </a:rPr>
              <a:t>教学理念</a:t>
            </a:r>
            <a:endParaRPr lang="zh-CN" altLang="zh-CN" sz="1500" dirty="0">
              <a:solidFill>
                <a:srgbClr val="FFFFFF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378790" y="2319633"/>
            <a:ext cx="4460698" cy="645160"/>
            <a:chOff x="733323" y="3837002"/>
            <a:chExt cx="5949765" cy="860527"/>
          </a:xfrm>
        </p:grpSpPr>
        <p:sp>
          <p:nvSpPr>
            <p:cNvPr id="36" name="矩形 35"/>
            <p:cNvSpPr/>
            <p:nvPr/>
          </p:nvSpPr>
          <p:spPr>
            <a:xfrm>
              <a:off x="944830" y="3837002"/>
              <a:ext cx="5738258" cy="8605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课程学分学时 </a:t>
              </a:r>
              <a:r>
                <a:rPr lang="en-US" altLang="zh-CN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r>
                <a:rPr lang="en-US" altLang="zh-CN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学分</a:t>
              </a:r>
              <a:r>
                <a:rPr lang="en-US" altLang="zh-CN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lang="en-US" altLang="zh-CN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32</a:t>
              </a: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学时</a:t>
              </a:r>
              <a:endPara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733323" y="3985920"/>
              <a:ext cx="158954" cy="158954"/>
              <a:chOff x="733323" y="3736885"/>
              <a:chExt cx="158954" cy="158954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733323" y="3736885"/>
                <a:ext cx="158954" cy="158954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endParaRPr lang="zh-CN" altLang="en-US" sz="2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789940" y="3793502"/>
                <a:ext cx="45720" cy="4572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endParaRPr lang="zh-CN" altLang="en-US" sz="2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5" name="组合 44"/>
          <p:cNvGrpSpPr/>
          <p:nvPr/>
        </p:nvGrpSpPr>
        <p:grpSpPr>
          <a:xfrm>
            <a:off x="400380" y="1499251"/>
            <a:ext cx="3629483" cy="645160"/>
            <a:chOff x="733323" y="3373764"/>
            <a:chExt cx="4841074" cy="860527"/>
          </a:xfrm>
        </p:grpSpPr>
        <p:sp>
          <p:nvSpPr>
            <p:cNvPr id="46" name="矩形 45"/>
            <p:cNvSpPr/>
            <p:nvPr/>
          </p:nvSpPr>
          <p:spPr>
            <a:xfrm>
              <a:off x="944830" y="3373764"/>
              <a:ext cx="4629567" cy="8605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课程类型 </a:t>
              </a:r>
              <a:r>
                <a:rPr lang="en-US" altLang="zh-CN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专业核心课</a:t>
              </a:r>
              <a:endPara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733323" y="3522682"/>
              <a:ext cx="158954" cy="158954"/>
              <a:chOff x="733323" y="3736885"/>
              <a:chExt cx="158954" cy="158954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733323" y="3736885"/>
                <a:ext cx="158954" cy="158954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endParaRPr lang="zh-CN" altLang="en-US" sz="2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789940" y="3793502"/>
                <a:ext cx="45720" cy="4572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endParaRPr lang="zh-CN" altLang="en-US" sz="2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94" name="组合 93"/>
          <p:cNvGrpSpPr/>
          <p:nvPr/>
        </p:nvGrpSpPr>
        <p:grpSpPr>
          <a:xfrm>
            <a:off x="395474" y="3251196"/>
            <a:ext cx="8135443" cy="1753235"/>
            <a:chOff x="733323" y="4299828"/>
            <a:chExt cx="10851212" cy="2338498"/>
          </a:xfrm>
        </p:grpSpPr>
        <p:sp>
          <p:nvSpPr>
            <p:cNvPr id="138" name="矩形 137"/>
            <p:cNvSpPr/>
            <p:nvPr/>
          </p:nvSpPr>
          <p:spPr>
            <a:xfrm>
              <a:off x="944830" y="4299828"/>
              <a:ext cx="10639705" cy="2338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课程</a:t>
              </a:r>
              <a:r>
                <a:rPr lang="zh-CN" alt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中心   </a:t>
              </a:r>
              <a:r>
                <a:rPr lang="en-US" altLang="zh-CN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http://i.s.ecust.edu.cn/space/index.shtml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endPara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智慧树</a:t>
              </a:r>
              <a:r>
                <a:rPr lang="en-US" altLang="zh-CN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39" name="组合 138"/>
            <p:cNvGrpSpPr/>
            <p:nvPr/>
          </p:nvGrpSpPr>
          <p:grpSpPr>
            <a:xfrm>
              <a:off x="733323" y="4448746"/>
              <a:ext cx="158954" cy="158954"/>
              <a:chOff x="733323" y="3736885"/>
              <a:chExt cx="158954" cy="158954"/>
            </a:xfrm>
          </p:grpSpPr>
          <p:sp>
            <p:nvSpPr>
              <p:cNvPr id="140" name="椭圆 139"/>
              <p:cNvSpPr/>
              <p:nvPr/>
            </p:nvSpPr>
            <p:spPr>
              <a:xfrm>
                <a:off x="733323" y="3736885"/>
                <a:ext cx="158954" cy="158954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endParaRPr lang="zh-CN" altLang="en-US" sz="2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41" name="椭圆 140"/>
              <p:cNvSpPr/>
              <p:nvPr/>
            </p:nvSpPr>
            <p:spPr>
              <a:xfrm>
                <a:off x="789940" y="3793502"/>
                <a:ext cx="45720" cy="4572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endParaRPr lang="zh-CN" altLang="en-US" sz="2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7567">
        <p15:prstTrans prst="airplane"/>
      </p:transition>
    </mc:Choice>
    <mc:Fallback>
      <p:transition spd="slow" advTm="7567">
        <p:fade/>
      </p:transition>
    </mc:Fallback>
  </mc:AlternateContent>
  <p:timing>
    <p:tnLst>
      <p:par>
        <p:cTn id="1" dur="indefinite" restart="never" nodeType="tmRoot"/>
      </p:par>
    </p:tnLst>
    <p:bldLst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36650" y="260985"/>
            <a:ext cx="1927860" cy="736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内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4242435" y="2159635"/>
            <a:ext cx="4810125" cy="460819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沉淀分离法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萃取分离法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色谱分离法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膜分离法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电化学分离法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其它分离法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分子蒸馏、分子印迹分离、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超分子分离体系、泡沫吸附分离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buNone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327150"/>
            <a:ext cx="1878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分离理论：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1465" y="2034540"/>
            <a:ext cx="368935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分离过程的热力学过程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分离过程的动力学过程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分子间的相互作用与溶剂特性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80865" y="1327150"/>
            <a:ext cx="1878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分离方法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38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9880" y="2277110"/>
            <a:ext cx="2117090" cy="2368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over dir="l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7140" y="122555"/>
            <a:ext cx="2414270" cy="930275"/>
          </a:xfrm>
        </p:spPr>
        <p:txBody>
          <a:bodyPr/>
          <a:p>
            <a:r>
              <a:rPr lang="zh-CN" altLang="en-US" sz="32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教学</a:t>
            </a:r>
            <a:r>
              <a:rPr lang="zh-CN" altLang="en-US" sz="32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endParaRPr lang="zh-CN" altLang="en-US" sz="32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9576" y="1787949"/>
            <a:ext cx="4859713" cy="46166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zh-CN" altLang="en-US" sz="2400" b="1" dirty="0">
                <a:solidFill>
                  <a:srgbClr val="484849"/>
                </a:solidFill>
                <a:latin typeface="微软雅黑" panose="020B0503020204020204" charset="-122"/>
                <a:ea typeface="微软雅黑" panose="020B0503020204020204" charset="-122"/>
              </a:rPr>
              <a:t>三大理论基础，八大核心分离技术</a:t>
            </a:r>
            <a:endParaRPr lang="en-US" altLang="zh-CN" sz="2400" b="1" dirty="0">
              <a:solidFill>
                <a:srgbClr val="4848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Freeform 5"/>
          <p:cNvSpPr/>
          <p:nvPr/>
        </p:nvSpPr>
        <p:spPr bwMode="auto">
          <a:xfrm>
            <a:off x="197071" y="1487266"/>
            <a:ext cx="219075" cy="192088"/>
          </a:xfrm>
          <a:custGeom>
            <a:avLst/>
            <a:gdLst>
              <a:gd name="T0" fmla="*/ 208 w 416"/>
              <a:gd name="T1" fmla="*/ 361 h 361"/>
              <a:gd name="T2" fmla="*/ 312 w 416"/>
              <a:gd name="T3" fmla="*/ 181 h 361"/>
              <a:gd name="T4" fmla="*/ 416 w 416"/>
              <a:gd name="T5" fmla="*/ 0 h 361"/>
              <a:gd name="T6" fmla="*/ 208 w 416"/>
              <a:gd name="T7" fmla="*/ 0 h 361"/>
              <a:gd name="T8" fmla="*/ 0 w 416"/>
              <a:gd name="T9" fmla="*/ 0 h 361"/>
              <a:gd name="T10" fmla="*/ 104 w 416"/>
              <a:gd name="T11" fmla="*/ 181 h 361"/>
              <a:gd name="T12" fmla="*/ 208 w 416"/>
              <a:gd name="T13" fmla="*/ 36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6" h="361">
                <a:moveTo>
                  <a:pt x="208" y="361"/>
                </a:moveTo>
                <a:lnTo>
                  <a:pt x="312" y="181"/>
                </a:lnTo>
                <a:lnTo>
                  <a:pt x="416" y="0"/>
                </a:lnTo>
                <a:lnTo>
                  <a:pt x="208" y="0"/>
                </a:lnTo>
                <a:lnTo>
                  <a:pt x="0" y="0"/>
                </a:lnTo>
                <a:lnTo>
                  <a:pt x="104" y="181"/>
                </a:lnTo>
                <a:lnTo>
                  <a:pt x="208" y="361"/>
                </a:lnTo>
                <a:close/>
              </a:path>
            </a:pathLst>
          </a:custGeom>
          <a:solidFill>
            <a:srgbClr val="48484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937916" y="2626156"/>
            <a:ext cx="4048036" cy="583456"/>
          </a:xfrm>
          <a:prstGeom prst="roundRect">
            <a:avLst/>
          </a:prstGeom>
          <a:solidFill>
            <a:srgbClr val="294A5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294A5A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937916" y="3419797"/>
            <a:ext cx="4048036" cy="583456"/>
          </a:xfrm>
          <a:prstGeom prst="roundRect">
            <a:avLst/>
          </a:prstGeom>
          <a:solidFill>
            <a:srgbClr val="294A5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294A5A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937916" y="4190543"/>
            <a:ext cx="4048036" cy="583456"/>
          </a:xfrm>
          <a:prstGeom prst="roundRect">
            <a:avLst/>
          </a:prstGeom>
          <a:solidFill>
            <a:srgbClr val="294A5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294A5A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54250" y="2730583"/>
            <a:ext cx="3262432" cy="40011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zh-CN" altLang="zh-CN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以基础理论为基石</a:t>
            </a:r>
            <a:endParaRPr lang="en-US" altLang="zh-CN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54250" y="3524224"/>
            <a:ext cx="3262432" cy="40011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zh-CN" altLang="zh-CN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分离知识点为核心</a:t>
            </a:r>
            <a:endParaRPr lang="en-US" altLang="zh-CN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54250" y="4294970"/>
            <a:ext cx="3262432" cy="40011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zh-CN" altLang="zh-CN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应用案例为辅</a:t>
            </a:r>
            <a:endParaRPr lang="en-US" altLang="zh-CN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 bwMode="auto">
          <a:xfrm>
            <a:off x="608970" y="2471916"/>
            <a:ext cx="4674219" cy="3403546"/>
          </a:xfrm>
          <a:prstGeom prst="roundRect">
            <a:avLst>
              <a:gd name="adj" fmla="val 5893"/>
            </a:avLst>
          </a:prstGeom>
          <a:noFill/>
          <a:ln w="19050" cap="flat" cmpd="sng" algn="ctr">
            <a:solidFill>
              <a:srgbClr val="484849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294A5A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Freeform 6"/>
          <p:cNvSpPr/>
          <p:nvPr/>
        </p:nvSpPr>
        <p:spPr bwMode="auto">
          <a:xfrm>
            <a:off x="7073690" y="2008612"/>
            <a:ext cx="1528952" cy="4491696"/>
          </a:xfrm>
          <a:custGeom>
            <a:avLst/>
            <a:gdLst>
              <a:gd name="T0" fmla="*/ 41 w 1198"/>
              <a:gd name="T1" fmla="*/ 155 h 5535"/>
              <a:gd name="T2" fmla="*/ 951 w 1198"/>
              <a:gd name="T3" fmla="*/ 2741 h 5535"/>
              <a:gd name="T4" fmla="*/ 0 w 1198"/>
              <a:gd name="T5" fmla="*/ 5378 h 5535"/>
              <a:gd name="T6" fmla="*/ 190 w 1198"/>
              <a:gd name="T7" fmla="*/ 5535 h 5535"/>
              <a:gd name="T8" fmla="*/ 1198 w 1198"/>
              <a:gd name="T9" fmla="*/ 2741 h 5535"/>
              <a:gd name="T10" fmla="*/ 233 w 1198"/>
              <a:gd name="T11" fmla="*/ 0 h 5535"/>
              <a:gd name="T12" fmla="*/ 41 w 1198"/>
              <a:gd name="T13" fmla="*/ 155 h 5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8" h="5535">
                <a:moveTo>
                  <a:pt x="41" y="155"/>
                </a:moveTo>
                <a:cubicBezTo>
                  <a:pt x="610" y="863"/>
                  <a:pt x="951" y="1762"/>
                  <a:pt x="951" y="2741"/>
                </a:cubicBezTo>
                <a:cubicBezTo>
                  <a:pt x="951" y="3743"/>
                  <a:pt x="594" y="4662"/>
                  <a:pt x="0" y="5378"/>
                </a:cubicBezTo>
                <a:lnTo>
                  <a:pt x="190" y="5535"/>
                </a:lnTo>
                <a:cubicBezTo>
                  <a:pt x="819" y="4777"/>
                  <a:pt x="1198" y="3803"/>
                  <a:pt x="1198" y="2741"/>
                </a:cubicBezTo>
                <a:cubicBezTo>
                  <a:pt x="1198" y="1704"/>
                  <a:pt x="837" y="750"/>
                  <a:pt x="233" y="0"/>
                </a:cubicBezTo>
                <a:lnTo>
                  <a:pt x="41" y="155"/>
                </a:lnTo>
                <a:close/>
              </a:path>
            </a:pathLst>
          </a:custGeom>
          <a:solidFill>
            <a:srgbClr val="A9A8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zh-CN" altLang="en-US" sz="1400"/>
          </a:p>
        </p:txBody>
      </p:sp>
      <p:sp>
        <p:nvSpPr>
          <p:cNvPr id="15" name="Oval 7"/>
          <p:cNvSpPr>
            <a:spLocks noChangeArrowheads="1"/>
          </p:cNvSpPr>
          <p:nvPr/>
        </p:nvSpPr>
        <p:spPr bwMode="auto">
          <a:xfrm>
            <a:off x="6767352" y="1333869"/>
            <a:ext cx="811416" cy="807617"/>
          </a:xfrm>
          <a:prstGeom prst="ellipse">
            <a:avLst/>
          </a:prstGeom>
          <a:solidFill>
            <a:srgbClr val="294A5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400"/>
          </a:p>
        </p:txBody>
      </p:sp>
      <p:sp>
        <p:nvSpPr>
          <p:cNvPr id="16" name="Oval 8"/>
          <p:cNvSpPr>
            <a:spLocks noChangeArrowheads="1"/>
          </p:cNvSpPr>
          <p:nvPr/>
        </p:nvSpPr>
        <p:spPr bwMode="auto">
          <a:xfrm>
            <a:off x="8037466" y="3658046"/>
            <a:ext cx="810149" cy="807617"/>
          </a:xfrm>
          <a:prstGeom prst="ellipse">
            <a:avLst/>
          </a:prstGeom>
          <a:solidFill>
            <a:srgbClr val="294A5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400"/>
          </a:p>
        </p:txBody>
      </p:sp>
      <p:sp>
        <p:nvSpPr>
          <p:cNvPr id="17" name="Oval 9"/>
          <p:cNvSpPr>
            <a:spLocks noChangeArrowheads="1"/>
          </p:cNvSpPr>
          <p:nvPr/>
        </p:nvSpPr>
        <p:spPr bwMode="auto">
          <a:xfrm>
            <a:off x="6830011" y="5900622"/>
            <a:ext cx="811416" cy="808883"/>
          </a:xfrm>
          <a:prstGeom prst="ellipse">
            <a:avLst/>
          </a:prstGeom>
          <a:solidFill>
            <a:srgbClr val="294A5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400"/>
          </a:p>
        </p:txBody>
      </p:sp>
      <p:sp>
        <p:nvSpPr>
          <p:cNvPr id="18" name="Line 10"/>
          <p:cNvSpPr>
            <a:spLocks noChangeShapeType="1"/>
          </p:cNvSpPr>
          <p:nvPr/>
        </p:nvSpPr>
        <p:spPr bwMode="auto">
          <a:xfrm flipV="1">
            <a:off x="5892314" y="2461593"/>
            <a:ext cx="875038" cy="1276743"/>
          </a:xfrm>
          <a:prstGeom prst="line">
            <a:avLst/>
          </a:prstGeom>
          <a:noFill/>
          <a:ln w="12700" cap="flat">
            <a:solidFill>
              <a:srgbClr val="24211D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zh-CN" altLang="en-US" sz="1400"/>
          </a:p>
        </p:txBody>
      </p:sp>
      <p:sp>
        <p:nvSpPr>
          <p:cNvPr id="19" name="Line 11"/>
          <p:cNvSpPr>
            <a:spLocks noChangeShapeType="1"/>
          </p:cNvSpPr>
          <p:nvPr/>
        </p:nvSpPr>
        <p:spPr bwMode="auto">
          <a:xfrm flipV="1">
            <a:off x="6018596" y="3099963"/>
            <a:ext cx="1591667" cy="781663"/>
          </a:xfrm>
          <a:prstGeom prst="line">
            <a:avLst/>
          </a:prstGeom>
          <a:noFill/>
          <a:ln w="12700" cap="flat">
            <a:solidFill>
              <a:srgbClr val="24211D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zh-CN" altLang="en-US" sz="1400"/>
          </a:p>
        </p:txBody>
      </p:sp>
      <p:sp>
        <p:nvSpPr>
          <p:cNvPr id="20" name="Line 12"/>
          <p:cNvSpPr>
            <a:spLocks noChangeShapeType="1"/>
          </p:cNvSpPr>
          <p:nvPr/>
        </p:nvSpPr>
        <p:spPr bwMode="auto">
          <a:xfrm>
            <a:off x="5968660" y="4405354"/>
            <a:ext cx="921076" cy="1495267"/>
          </a:xfrm>
          <a:prstGeom prst="line">
            <a:avLst/>
          </a:prstGeom>
          <a:noFill/>
          <a:ln w="12700" cap="flat">
            <a:solidFill>
              <a:srgbClr val="24211D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zh-CN" altLang="en-US" sz="1400"/>
          </a:p>
        </p:txBody>
      </p:sp>
      <p:sp>
        <p:nvSpPr>
          <p:cNvPr id="21" name="矩形 20"/>
          <p:cNvSpPr/>
          <p:nvPr/>
        </p:nvSpPr>
        <p:spPr>
          <a:xfrm>
            <a:off x="6802255" y="1529072"/>
            <a:ext cx="731298" cy="40011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思想 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067645" y="3844142"/>
            <a:ext cx="731298" cy="40011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时代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878965" y="6123953"/>
            <a:ext cx="731298" cy="40011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创新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5292692" y="3795517"/>
            <a:ext cx="675968" cy="673436"/>
            <a:chOff x="6575397" y="4016332"/>
            <a:chExt cx="675968" cy="673436"/>
          </a:xfrm>
        </p:grpSpPr>
        <p:sp>
          <p:nvSpPr>
            <p:cNvPr id="25" name="Oval 5"/>
            <p:cNvSpPr>
              <a:spLocks noChangeArrowheads="1"/>
            </p:cNvSpPr>
            <p:nvPr/>
          </p:nvSpPr>
          <p:spPr bwMode="auto">
            <a:xfrm>
              <a:off x="6575397" y="4016332"/>
              <a:ext cx="675968" cy="673436"/>
            </a:xfrm>
            <a:prstGeom prst="ellipse">
              <a:avLst/>
            </a:prstGeom>
            <a:solidFill>
              <a:srgbClr val="ED5A00"/>
            </a:solidFill>
            <a:ln w="9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 sz="1400"/>
            </a:p>
          </p:txBody>
        </p:sp>
        <p:sp>
          <p:nvSpPr>
            <p:cNvPr id="26" name="虚尾箭头 25"/>
            <p:cNvSpPr/>
            <p:nvPr/>
          </p:nvSpPr>
          <p:spPr>
            <a:xfrm>
              <a:off x="6681994" y="4079985"/>
              <a:ext cx="462774" cy="546185"/>
            </a:xfrm>
            <a:prstGeom prst="stripedRightArrow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p>
              <a:pPr algn="ctr"/>
              <a:endParaRPr lang="zh-CN" altLang="en-US" sz="1400">
                <a:solidFill>
                  <a:srgbClr val="99CC39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1246362" y="5083343"/>
            <a:ext cx="3262432" cy="40011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已知解析式画函数图像</a:t>
            </a:r>
            <a:endParaRPr lang="en-US" altLang="zh-CN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圆角矩形 27"/>
          <p:cNvSpPr/>
          <p:nvPr/>
        </p:nvSpPr>
        <p:spPr bwMode="auto">
          <a:xfrm>
            <a:off x="941223" y="5008604"/>
            <a:ext cx="4048036" cy="583456"/>
          </a:xfrm>
          <a:prstGeom prst="roundRect">
            <a:avLst/>
          </a:prstGeom>
          <a:solidFill>
            <a:srgbClr val="294A5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294A5A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257557" y="5113031"/>
            <a:ext cx="3262432" cy="40011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zh-CN" altLang="zh-CN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科学研究前言为拓展</a:t>
            </a:r>
            <a:endParaRPr lang="en-US" altLang="zh-CN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7"/>
          <p:cNvSpPr>
            <a:spLocks noChangeArrowheads="1"/>
          </p:cNvSpPr>
          <p:nvPr/>
        </p:nvSpPr>
        <p:spPr bwMode="auto">
          <a:xfrm>
            <a:off x="7822047" y="4767482"/>
            <a:ext cx="811416" cy="807617"/>
          </a:xfrm>
          <a:prstGeom prst="ellipse">
            <a:avLst/>
          </a:prstGeom>
          <a:solidFill>
            <a:srgbClr val="294A5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400"/>
          </a:p>
        </p:txBody>
      </p:sp>
      <p:sp>
        <p:nvSpPr>
          <p:cNvPr id="31" name="矩形 30"/>
          <p:cNvSpPr/>
          <p:nvPr/>
        </p:nvSpPr>
        <p:spPr>
          <a:xfrm>
            <a:off x="7856950" y="4962685"/>
            <a:ext cx="731298" cy="40011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高阶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Oval 7"/>
          <p:cNvSpPr>
            <a:spLocks noChangeArrowheads="1"/>
          </p:cNvSpPr>
          <p:nvPr/>
        </p:nvSpPr>
        <p:spPr bwMode="auto">
          <a:xfrm>
            <a:off x="7613542" y="2474877"/>
            <a:ext cx="811416" cy="807617"/>
          </a:xfrm>
          <a:prstGeom prst="ellipse">
            <a:avLst/>
          </a:prstGeom>
          <a:solidFill>
            <a:srgbClr val="294A5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sz="1400"/>
          </a:p>
        </p:txBody>
      </p:sp>
      <p:sp>
        <p:nvSpPr>
          <p:cNvPr id="33" name="矩形 32"/>
          <p:cNvSpPr/>
          <p:nvPr/>
        </p:nvSpPr>
        <p:spPr>
          <a:xfrm>
            <a:off x="7669988" y="2685432"/>
            <a:ext cx="731298" cy="40011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科学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Line 11"/>
          <p:cNvSpPr>
            <a:spLocks noChangeShapeType="1"/>
          </p:cNvSpPr>
          <p:nvPr/>
        </p:nvSpPr>
        <p:spPr bwMode="auto">
          <a:xfrm>
            <a:off x="6018826" y="4230887"/>
            <a:ext cx="1651162" cy="731798"/>
          </a:xfrm>
          <a:prstGeom prst="line">
            <a:avLst/>
          </a:prstGeom>
          <a:noFill/>
          <a:ln w="12700" cap="flat">
            <a:solidFill>
              <a:srgbClr val="24211D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zh-CN" altLang="en-US" sz="1400"/>
          </a:p>
        </p:txBody>
      </p:sp>
      <p:sp>
        <p:nvSpPr>
          <p:cNvPr id="35" name="Line 11"/>
          <p:cNvSpPr>
            <a:spLocks noChangeShapeType="1"/>
          </p:cNvSpPr>
          <p:nvPr/>
        </p:nvSpPr>
        <p:spPr bwMode="auto">
          <a:xfrm flipV="1">
            <a:off x="6041974" y="4082750"/>
            <a:ext cx="1796192" cy="0"/>
          </a:xfrm>
          <a:prstGeom prst="line">
            <a:avLst/>
          </a:prstGeom>
          <a:noFill/>
          <a:ln w="12700" cap="flat">
            <a:solidFill>
              <a:srgbClr val="24211D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zh-CN" altLang="en-US" sz="1400"/>
          </a:p>
        </p:txBody>
      </p:sp>
      <p:sp>
        <p:nvSpPr>
          <p:cNvPr id="36" name="矩形 35"/>
          <p:cNvSpPr/>
          <p:nvPr/>
        </p:nvSpPr>
        <p:spPr>
          <a:xfrm>
            <a:off x="697191" y="6528587"/>
            <a:ext cx="6096000" cy="40011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zh-CN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，，，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Line 6"/>
          <p:cNvSpPr>
            <a:spLocks noChangeShapeType="1"/>
          </p:cNvSpPr>
          <p:nvPr/>
        </p:nvSpPr>
        <p:spPr bwMode="auto">
          <a:xfrm>
            <a:off x="311520" y="1679354"/>
            <a:ext cx="0" cy="4272853"/>
          </a:xfrm>
          <a:prstGeom prst="line">
            <a:avLst/>
          </a:prstGeom>
          <a:noFill/>
          <a:ln w="38100" cap="flat">
            <a:solidFill>
              <a:srgbClr val="716F6E"/>
            </a:solidFill>
            <a:prstDash val="solid"/>
            <a:miter lim="800000"/>
            <a:tailEnd type="oval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rgbClr val="294A5A"/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161317" y="1860209"/>
            <a:ext cx="288925" cy="288925"/>
            <a:chOff x="957263" y="3209925"/>
            <a:chExt cx="288925" cy="288925"/>
          </a:xfrm>
        </p:grpSpPr>
        <p:sp>
          <p:nvSpPr>
            <p:cNvPr id="39" name="Oval 15"/>
            <p:cNvSpPr>
              <a:spLocks noChangeArrowheads="1"/>
            </p:cNvSpPr>
            <p:nvPr/>
          </p:nvSpPr>
          <p:spPr bwMode="auto">
            <a:xfrm>
              <a:off x="957263" y="3209925"/>
              <a:ext cx="288925" cy="288925"/>
            </a:xfrm>
            <a:prstGeom prst="ellipse">
              <a:avLst/>
            </a:prstGeom>
            <a:solidFill>
              <a:srgbClr val="ED5A00"/>
            </a:solidFill>
            <a:ln w="28575" cap="flat">
              <a:solidFill>
                <a:srgbClr val="FFFFFF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>
                <a:solidFill>
                  <a:srgbClr val="294A5A"/>
                </a:solidFill>
              </a:endParaRPr>
            </a:p>
          </p:txBody>
        </p:sp>
        <p:sp>
          <p:nvSpPr>
            <p:cNvPr id="40" name="Freeform 16"/>
            <p:cNvSpPr/>
            <p:nvPr/>
          </p:nvSpPr>
          <p:spPr bwMode="auto">
            <a:xfrm>
              <a:off x="1057275" y="3282950"/>
              <a:ext cx="130175" cy="150813"/>
            </a:xfrm>
            <a:custGeom>
              <a:avLst/>
              <a:gdLst>
                <a:gd name="T0" fmla="*/ 166 w 188"/>
                <a:gd name="T1" fmla="*/ 89 h 217"/>
                <a:gd name="T2" fmla="*/ 99 w 188"/>
                <a:gd name="T3" fmla="*/ 51 h 217"/>
                <a:gd name="T4" fmla="*/ 32 w 188"/>
                <a:gd name="T5" fmla="*/ 12 h 217"/>
                <a:gd name="T6" fmla="*/ 0 w 188"/>
                <a:gd name="T7" fmla="*/ 30 h 217"/>
                <a:gd name="T8" fmla="*/ 0 w 188"/>
                <a:gd name="T9" fmla="*/ 108 h 217"/>
                <a:gd name="T10" fmla="*/ 0 w 188"/>
                <a:gd name="T11" fmla="*/ 185 h 217"/>
                <a:gd name="T12" fmla="*/ 32 w 188"/>
                <a:gd name="T13" fmla="*/ 204 h 217"/>
                <a:gd name="T14" fmla="*/ 99 w 188"/>
                <a:gd name="T15" fmla="*/ 165 h 217"/>
                <a:gd name="T16" fmla="*/ 166 w 188"/>
                <a:gd name="T17" fmla="*/ 126 h 217"/>
                <a:gd name="T18" fmla="*/ 166 w 188"/>
                <a:gd name="T19" fmla="*/ 8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8" h="217">
                  <a:moveTo>
                    <a:pt x="166" y="89"/>
                  </a:moveTo>
                  <a:lnTo>
                    <a:pt x="99" y="51"/>
                  </a:lnTo>
                  <a:cubicBezTo>
                    <a:pt x="77" y="38"/>
                    <a:pt x="55" y="25"/>
                    <a:pt x="32" y="12"/>
                  </a:cubicBezTo>
                  <a:cubicBezTo>
                    <a:pt x="11" y="0"/>
                    <a:pt x="0" y="5"/>
                    <a:pt x="0" y="30"/>
                  </a:cubicBezTo>
                  <a:lnTo>
                    <a:pt x="0" y="108"/>
                  </a:lnTo>
                  <a:cubicBezTo>
                    <a:pt x="0" y="134"/>
                    <a:pt x="0" y="159"/>
                    <a:pt x="0" y="185"/>
                  </a:cubicBezTo>
                  <a:cubicBezTo>
                    <a:pt x="0" y="209"/>
                    <a:pt x="10" y="217"/>
                    <a:pt x="32" y="204"/>
                  </a:cubicBezTo>
                  <a:lnTo>
                    <a:pt x="99" y="165"/>
                  </a:lnTo>
                  <a:cubicBezTo>
                    <a:pt x="121" y="152"/>
                    <a:pt x="144" y="139"/>
                    <a:pt x="166" y="126"/>
                  </a:cubicBezTo>
                  <a:cubicBezTo>
                    <a:pt x="187" y="114"/>
                    <a:pt x="188" y="102"/>
                    <a:pt x="166" y="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>
                <a:solidFill>
                  <a:srgbClr val="294A5A"/>
                </a:solidFill>
              </a:endParaRPr>
            </a:p>
          </p:txBody>
        </p:sp>
      </p:grpSp>
    </p:spTree>
  </p:cSld>
  <p:clrMapOvr>
    <a:masterClrMapping/>
  </p:clrMapOvr>
  <p:transition>
    <p:cover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" y="1557020"/>
            <a:ext cx="8869680" cy="4598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/>
        </p:nvSpPr>
        <p:spPr>
          <a:xfrm>
            <a:off x="1161415" y="122555"/>
            <a:ext cx="6839585" cy="930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800" b="1">
                <a:solidFill>
                  <a:srgbClr val="00206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授课章节</a:t>
            </a:r>
            <a:endParaRPr lang="zh-CN" altLang="en-US" sz="2800" b="1">
              <a:solidFill>
                <a:srgbClr val="002060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8880" y="122555"/>
            <a:ext cx="2284095" cy="930275"/>
          </a:xfrm>
        </p:spPr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教学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95605" y="1564640"/>
            <a:ext cx="3904615" cy="460375"/>
          </a:xfrm>
          <a:prstGeom prst="rect">
            <a:avLst/>
          </a:prstGeom>
          <a:solidFill>
            <a:srgbClr val="484849"/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教学重点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66920" y="1564640"/>
            <a:ext cx="4445000" cy="460375"/>
          </a:xfrm>
          <a:prstGeom prst="rect">
            <a:avLst/>
          </a:prstGeom>
          <a:solidFill>
            <a:srgbClr val="484849"/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教学难点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 bwMode="auto">
          <a:xfrm>
            <a:off x="395605" y="2106295"/>
            <a:ext cx="3904615" cy="327533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484849">
                <a:lumMod val="60000"/>
                <a:lumOff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rgbClr val="294A5A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矩形 53"/>
          <p:cNvSpPr/>
          <p:nvPr/>
        </p:nvSpPr>
        <p:spPr bwMode="auto">
          <a:xfrm>
            <a:off x="4566920" y="2163445"/>
            <a:ext cx="4351020" cy="327533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484849">
                <a:lumMod val="60000"/>
                <a:lumOff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294A5A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424305" y="5987415"/>
            <a:ext cx="758825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rgbClr val="ED5A00"/>
                </a:solidFill>
                <a:latin typeface="微软雅黑" panose="020B0503020204020204" charset="-122"/>
                <a:ea typeface="微软雅黑" panose="020B0503020204020204" charset="-122"/>
              </a:rPr>
              <a:t>突破难点的关键：</a:t>
            </a:r>
            <a:r>
              <a:rPr lang="zh-CN" altLang="zh-CN" sz="2400" b="1" dirty="0">
                <a:latin typeface="微软雅黑" panose="020B0503020204020204" charset="-122"/>
                <a:ea typeface="微软雅黑" panose="020B0503020204020204" charset="-122"/>
              </a:rPr>
              <a:t>以化学物质间相互作用理论为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指导</a:t>
            </a:r>
            <a:endParaRPr lang="zh-CN" altLang="en-US" sz="2400" b="1" dirty="0">
              <a:solidFill>
                <a:srgbClr val="4848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529590" y="5875655"/>
            <a:ext cx="612775" cy="708660"/>
            <a:chOff x="1442987" y="5554994"/>
            <a:chExt cx="750549" cy="750549"/>
          </a:xfrm>
        </p:grpSpPr>
        <p:sp>
          <p:nvSpPr>
            <p:cNvPr id="58" name="圆角矩形 57"/>
            <p:cNvSpPr/>
            <p:nvPr/>
          </p:nvSpPr>
          <p:spPr bwMode="auto">
            <a:xfrm>
              <a:off x="1442987" y="5554994"/>
              <a:ext cx="750549" cy="750549"/>
            </a:xfrm>
            <a:prstGeom prst="roundRect">
              <a:avLst>
                <a:gd name="adj" fmla="val 8756"/>
              </a:avLst>
            </a:prstGeom>
            <a:solidFill>
              <a:srgbClr val="ED5A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rgbClr val="294A5A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Freeform 5"/>
            <p:cNvSpPr>
              <a:spLocks noEditPoints="1"/>
            </p:cNvSpPr>
            <p:nvPr/>
          </p:nvSpPr>
          <p:spPr bwMode="auto">
            <a:xfrm rot="8152322">
              <a:off x="1473339" y="5754888"/>
              <a:ext cx="706355" cy="326066"/>
            </a:xfrm>
            <a:custGeom>
              <a:avLst/>
              <a:gdLst>
                <a:gd name="T0" fmla="*/ 577 w 3115"/>
                <a:gd name="T1" fmla="*/ 883 h 1404"/>
                <a:gd name="T2" fmla="*/ 258 w 3115"/>
                <a:gd name="T3" fmla="*/ 859 h 1404"/>
                <a:gd name="T4" fmla="*/ 267 w 3115"/>
                <a:gd name="T5" fmla="*/ 535 h 1404"/>
                <a:gd name="T6" fmla="*/ 279 w 3115"/>
                <a:gd name="T7" fmla="*/ 523 h 1404"/>
                <a:gd name="T8" fmla="*/ 584 w 3115"/>
                <a:gd name="T9" fmla="*/ 530 h 1404"/>
                <a:gd name="T10" fmla="*/ 602 w 3115"/>
                <a:gd name="T11" fmla="*/ 548 h 1404"/>
                <a:gd name="T12" fmla="*/ 595 w 3115"/>
                <a:gd name="T13" fmla="*/ 866 h 1404"/>
                <a:gd name="T14" fmla="*/ 577 w 3115"/>
                <a:gd name="T15" fmla="*/ 883 h 1404"/>
                <a:gd name="T16" fmla="*/ 1265 w 3115"/>
                <a:gd name="T17" fmla="*/ 1132 h 1404"/>
                <a:gd name="T18" fmla="*/ 1404 w 3115"/>
                <a:gd name="T19" fmla="*/ 847 h 1404"/>
                <a:gd name="T20" fmla="*/ 3045 w 3115"/>
                <a:gd name="T21" fmla="*/ 857 h 1404"/>
                <a:gd name="T22" fmla="*/ 3105 w 3115"/>
                <a:gd name="T23" fmla="*/ 797 h 1404"/>
                <a:gd name="T24" fmla="*/ 3088 w 3115"/>
                <a:gd name="T25" fmla="*/ 600 h 1404"/>
                <a:gd name="T26" fmla="*/ 2992 w 3115"/>
                <a:gd name="T27" fmla="*/ 563 h 1404"/>
                <a:gd name="T28" fmla="*/ 2986 w 3115"/>
                <a:gd name="T29" fmla="*/ 557 h 1404"/>
                <a:gd name="T30" fmla="*/ 2969 w 3115"/>
                <a:gd name="T31" fmla="*/ 180 h 1404"/>
                <a:gd name="T32" fmla="*/ 2934 w 3115"/>
                <a:gd name="T33" fmla="*/ 144 h 1404"/>
                <a:gd name="T34" fmla="*/ 2616 w 3115"/>
                <a:gd name="T35" fmla="*/ 160 h 1404"/>
                <a:gd name="T36" fmla="*/ 2610 w 3115"/>
                <a:gd name="T37" fmla="*/ 166 h 1404"/>
                <a:gd name="T38" fmla="*/ 2579 w 3115"/>
                <a:gd name="T39" fmla="*/ 556 h 1404"/>
                <a:gd name="T40" fmla="*/ 2573 w 3115"/>
                <a:gd name="T41" fmla="*/ 562 h 1404"/>
                <a:gd name="T42" fmla="*/ 2447 w 3115"/>
                <a:gd name="T43" fmla="*/ 567 h 1404"/>
                <a:gd name="T44" fmla="*/ 2424 w 3115"/>
                <a:gd name="T45" fmla="*/ 387 h 1404"/>
                <a:gd name="T46" fmla="*/ 2400 w 3115"/>
                <a:gd name="T47" fmla="*/ 363 h 1404"/>
                <a:gd name="T48" fmla="*/ 2262 w 3115"/>
                <a:gd name="T49" fmla="*/ 381 h 1404"/>
                <a:gd name="T50" fmla="*/ 2231 w 3115"/>
                <a:gd name="T51" fmla="*/ 554 h 1404"/>
                <a:gd name="T52" fmla="*/ 2225 w 3115"/>
                <a:gd name="T53" fmla="*/ 560 h 1404"/>
                <a:gd name="T54" fmla="*/ 1399 w 3115"/>
                <a:gd name="T55" fmla="*/ 557 h 1404"/>
                <a:gd name="T56" fmla="*/ 1393 w 3115"/>
                <a:gd name="T57" fmla="*/ 551 h 1404"/>
                <a:gd name="T58" fmla="*/ 1357 w 3115"/>
                <a:gd name="T59" fmla="*/ 419 h 1404"/>
                <a:gd name="T60" fmla="*/ 999 w 3115"/>
                <a:gd name="T61" fmla="*/ 64 h 1404"/>
                <a:gd name="T62" fmla="*/ 802 w 3115"/>
                <a:gd name="T63" fmla="*/ 11 h 1404"/>
                <a:gd name="T64" fmla="*/ 604 w 3115"/>
                <a:gd name="T65" fmla="*/ 11 h 1404"/>
                <a:gd name="T66" fmla="*/ 148 w 3115"/>
                <a:gd name="T67" fmla="*/ 283 h 1404"/>
                <a:gd name="T68" fmla="*/ 5 w 3115"/>
                <a:gd name="T69" fmla="*/ 726 h 1404"/>
                <a:gd name="T70" fmla="*/ 252 w 3115"/>
                <a:gd name="T71" fmla="*/ 1242 h 1404"/>
                <a:gd name="T72" fmla="*/ 695 w 3115"/>
                <a:gd name="T73" fmla="*/ 1402 h 1404"/>
                <a:gd name="T74" fmla="*/ 1265 w 3115"/>
                <a:gd name="T75" fmla="*/ 1132 h 1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115" h="1404">
                  <a:moveTo>
                    <a:pt x="577" y="883"/>
                  </a:moveTo>
                  <a:cubicBezTo>
                    <a:pt x="505" y="954"/>
                    <a:pt x="325" y="952"/>
                    <a:pt x="258" y="859"/>
                  </a:cubicBezTo>
                  <a:cubicBezTo>
                    <a:pt x="183" y="754"/>
                    <a:pt x="169" y="631"/>
                    <a:pt x="267" y="535"/>
                  </a:cubicBezTo>
                  <a:cubicBezTo>
                    <a:pt x="271" y="531"/>
                    <a:pt x="275" y="527"/>
                    <a:pt x="279" y="523"/>
                  </a:cubicBezTo>
                  <a:cubicBezTo>
                    <a:pt x="351" y="451"/>
                    <a:pt x="507" y="453"/>
                    <a:pt x="584" y="530"/>
                  </a:cubicBezTo>
                  <a:cubicBezTo>
                    <a:pt x="590" y="536"/>
                    <a:pt x="596" y="542"/>
                    <a:pt x="602" y="548"/>
                  </a:cubicBezTo>
                  <a:cubicBezTo>
                    <a:pt x="686" y="633"/>
                    <a:pt x="680" y="781"/>
                    <a:pt x="595" y="866"/>
                  </a:cubicBezTo>
                  <a:cubicBezTo>
                    <a:pt x="589" y="872"/>
                    <a:pt x="583" y="878"/>
                    <a:pt x="577" y="883"/>
                  </a:cubicBezTo>
                  <a:close/>
                  <a:moveTo>
                    <a:pt x="1265" y="1132"/>
                  </a:moveTo>
                  <a:cubicBezTo>
                    <a:pt x="1318" y="1065"/>
                    <a:pt x="1379" y="933"/>
                    <a:pt x="1404" y="847"/>
                  </a:cubicBezTo>
                  <a:cubicBezTo>
                    <a:pt x="1951" y="851"/>
                    <a:pt x="2498" y="854"/>
                    <a:pt x="3045" y="857"/>
                  </a:cubicBezTo>
                  <a:cubicBezTo>
                    <a:pt x="3074" y="856"/>
                    <a:pt x="3094" y="835"/>
                    <a:pt x="3105" y="797"/>
                  </a:cubicBezTo>
                  <a:cubicBezTo>
                    <a:pt x="3105" y="769"/>
                    <a:pt x="3115" y="627"/>
                    <a:pt x="3088" y="600"/>
                  </a:cubicBezTo>
                  <a:cubicBezTo>
                    <a:pt x="3051" y="563"/>
                    <a:pt x="3010" y="582"/>
                    <a:pt x="2992" y="563"/>
                  </a:cubicBezTo>
                  <a:cubicBezTo>
                    <a:pt x="2990" y="561"/>
                    <a:pt x="2988" y="559"/>
                    <a:pt x="2986" y="557"/>
                  </a:cubicBezTo>
                  <a:cubicBezTo>
                    <a:pt x="2964" y="536"/>
                    <a:pt x="2996" y="206"/>
                    <a:pt x="2969" y="180"/>
                  </a:cubicBezTo>
                  <a:cubicBezTo>
                    <a:pt x="2958" y="168"/>
                    <a:pt x="2946" y="156"/>
                    <a:pt x="2934" y="144"/>
                  </a:cubicBezTo>
                  <a:cubicBezTo>
                    <a:pt x="2898" y="108"/>
                    <a:pt x="2653" y="124"/>
                    <a:pt x="2616" y="160"/>
                  </a:cubicBezTo>
                  <a:cubicBezTo>
                    <a:pt x="2614" y="162"/>
                    <a:pt x="2612" y="164"/>
                    <a:pt x="2610" y="166"/>
                  </a:cubicBezTo>
                  <a:cubicBezTo>
                    <a:pt x="2556" y="221"/>
                    <a:pt x="2616" y="519"/>
                    <a:pt x="2579" y="556"/>
                  </a:cubicBezTo>
                  <a:cubicBezTo>
                    <a:pt x="2577" y="558"/>
                    <a:pt x="2575" y="560"/>
                    <a:pt x="2573" y="562"/>
                  </a:cubicBezTo>
                  <a:cubicBezTo>
                    <a:pt x="2559" y="576"/>
                    <a:pt x="2452" y="572"/>
                    <a:pt x="2447" y="567"/>
                  </a:cubicBezTo>
                  <a:cubicBezTo>
                    <a:pt x="2424" y="544"/>
                    <a:pt x="2454" y="418"/>
                    <a:pt x="2424" y="387"/>
                  </a:cubicBezTo>
                  <a:cubicBezTo>
                    <a:pt x="2416" y="379"/>
                    <a:pt x="2408" y="371"/>
                    <a:pt x="2400" y="363"/>
                  </a:cubicBezTo>
                  <a:cubicBezTo>
                    <a:pt x="2372" y="336"/>
                    <a:pt x="2300" y="343"/>
                    <a:pt x="2262" y="381"/>
                  </a:cubicBezTo>
                  <a:cubicBezTo>
                    <a:pt x="2218" y="424"/>
                    <a:pt x="2255" y="530"/>
                    <a:pt x="2231" y="554"/>
                  </a:cubicBezTo>
                  <a:cubicBezTo>
                    <a:pt x="2229" y="556"/>
                    <a:pt x="2227" y="558"/>
                    <a:pt x="2225" y="560"/>
                  </a:cubicBezTo>
                  <a:cubicBezTo>
                    <a:pt x="2207" y="578"/>
                    <a:pt x="1417" y="575"/>
                    <a:pt x="1399" y="557"/>
                  </a:cubicBezTo>
                  <a:cubicBezTo>
                    <a:pt x="1397" y="555"/>
                    <a:pt x="1395" y="553"/>
                    <a:pt x="1393" y="551"/>
                  </a:cubicBezTo>
                  <a:cubicBezTo>
                    <a:pt x="1377" y="536"/>
                    <a:pt x="1370" y="445"/>
                    <a:pt x="1357" y="419"/>
                  </a:cubicBezTo>
                  <a:cubicBezTo>
                    <a:pt x="1303" y="313"/>
                    <a:pt x="1218" y="162"/>
                    <a:pt x="999" y="64"/>
                  </a:cubicBezTo>
                  <a:cubicBezTo>
                    <a:pt x="937" y="36"/>
                    <a:pt x="864" y="24"/>
                    <a:pt x="802" y="11"/>
                  </a:cubicBezTo>
                  <a:cubicBezTo>
                    <a:pt x="748" y="0"/>
                    <a:pt x="657" y="1"/>
                    <a:pt x="604" y="11"/>
                  </a:cubicBezTo>
                  <a:cubicBezTo>
                    <a:pt x="389" y="55"/>
                    <a:pt x="299" y="133"/>
                    <a:pt x="148" y="283"/>
                  </a:cubicBezTo>
                  <a:cubicBezTo>
                    <a:pt x="52" y="378"/>
                    <a:pt x="0" y="623"/>
                    <a:pt x="5" y="726"/>
                  </a:cubicBezTo>
                  <a:cubicBezTo>
                    <a:pt x="17" y="935"/>
                    <a:pt x="109" y="1097"/>
                    <a:pt x="252" y="1242"/>
                  </a:cubicBezTo>
                  <a:cubicBezTo>
                    <a:pt x="359" y="1349"/>
                    <a:pt x="580" y="1404"/>
                    <a:pt x="695" y="1402"/>
                  </a:cubicBezTo>
                  <a:cubicBezTo>
                    <a:pt x="955" y="1396"/>
                    <a:pt x="1155" y="1273"/>
                    <a:pt x="1265" y="11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652780" y="2317115"/>
            <a:ext cx="2471420" cy="423545"/>
            <a:chOff x="733323" y="3373764"/>
            <a:chExt cx="2859188" cy="423462"/>
          </a:xfrm>
        </p:grpSpPr>
        <p:sp>
          <p:nvSpPr>
            <p:cNvPr id="104" name="矩形 103"/>
            <p:cNvSpPr/>
            <p:nvPr/>
          </p:nvSpPr>
          <p:spPr>
            <a:xfrm>
              <a:off x="944897" y="3373764"/>
              <a:ext cx="2647614" cy="42346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分离过程基本理论</a:t>
              </a:r>
              <a:endParaRPr lang="zh-CN" altLang="en-US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05" name="组合 104"/>
            <p:cNvGrpSpPr/>
            <p:nvPr/>
          </p:nvGrpSpPr>
          <p:grpSpPr>
            <a:xfrm>
              <a:off x="733323" y="3522682"/>
              <a:ext cx="158954" cy="158954"/>
              <a:chOff x="733323" y="3736885"/>
              <a:chExt cx="158954" cy="158954"/>
            </a:xfrm>
          </p:grpSpPr>
          <p:sp>
            <p:nvSpPr>
              <p:cNvPr id="106" name="椭圆 105"/>
              <p:cNvSpPr/>
              <p:nvPr/>
            </p:nvSpPr>
            <p:spPr>
              <a:xfrm>
                <a:off x="733323" y="3736885"/>
                <a:ext cx="158954" cy="158954"/>
              </a:xfrm>
              <a:prstGeom prst="ellipse">
                <a:avLst/>
              </a:prstGeom>
              <a:noFill/>
              <a:ln w="25400" cap="flat" cmpd="sng" algn="ctr">
                <a:solidFill>
                  <a:srgbClr val="484849"/>
                </a:solidFill>
                <a:prstDash val="solid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rgbClr val="99CC3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07" name="椭圆 106"/>
              <p:cNvSpPr/>
              <p:nvPr/>
            </p:nvSpPr>
            <p:spPr>
              <a:xfrm>
                <a:off x="789940" y="3793502"/>
                <a:ext cx="45720" cy="45720"/>
              </a:xfrm>
              <a:prstGeom prst="ellipse">
                <a:avLst/>
              </a:prstGeom>
              <a:solidFill>
                <a:srgbClr val="484849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rgbClr val="99CC3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125" name="组合 124"/>
          <p:cNvGrpSpPr/>
          <p:nvPr/>
        </p:nvGrpSpPr>
        <p:grpSpPr>
          <a:xfrm>
            <a:off x="652780" y="3404870"/>
            <a:ext cx="3355340" cy="423545"/>
            <a:chOff x="733323" y="3373764"/>
            <a:chExt cx="3882705" cy="423462"/>
          </a:xfrm>
        </p:grpSpPr>
        <p:sp>
          <p:nvSpPr>
            <p:cNvPr id="126" name="矩形 125"/>
            <p:cNvSpPr/>
            <p:nvPr/>
          </p:nvSpPr>
          <p:spPr>
            <a:xfrm>
              <a:off x="944830" y="3373764"/>
              <a:ext cx="3671198" cy="42346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核心分离技术的原理、应用和发展</a:t>
              </a:r>
              <a:endParaRPr lang="zh-CN" altLang="en-US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27" name="组合 126"/>
            <p:cNvGrpSpPr/>
            <p:nvPr/>
          </p:nvGrpSpPr>
          <p:grpSpPr>
            <a:xfrm>
              <a:off x="733323" y="3522682"/>
              <a:ext cx="158954" cy="158954"/>
              <a:chOff x="733323" y="3736885"/>
              <a:chExt cx="158954" cy="158954"/>
            </a:xfrm>
          </p:grpSpPr>
          <p:sp>
            <p:nvSpPr>
              <p:cNvPr id="128" name="椭圆 127"/>
              <p:cNvSpPr/>
              <p:nvPr/>
            </p:nvSpPr>
            <p:spPr>
              <a:xfrm>
                <a:off x="733323" y="3736885"/>
                <a:ext cx="158954" cy="158954"/>
              </a:xfrm>
              <a:prstGeom prst="ellipse">
                <a:avLst/>
              </a:prstGeom>
              <a:noFill/>
              <a:ln w="25400" cap="flat" cmpd="sng" algn="ctr">
                <a:solidFill>
                  <a:srgbClr val="484849"/>
                </a:solidFill>
                <a:prstDash val="solid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rgbClr val="99CC3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29" name="椭圆 128"/>
              <p:cNvSpPr/>
              <p:nvPr/>
            </p:nvSpPr>
            <p:spPr>
              <a:xfrm>
                <a:off x="789940" y="3793502"/>
                <a:ext cx="45720" cy="45720"/>
              </a:xfrm>
              <a:prstGeom prst="ellipse">
                <a:avLst/>
              </a:prstGeom>
              <a:solidFill>
                <a:srgbClr val="484849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rgbClr val="99CC3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139" name="组合 138"/>
          <p:cNvGrpSpPr/>
          <p:nvPr/>
        </p:nvGrpSpPr>
        <p:grpSpPr>
          <a:xfrm>
            <a:off x="612140" y="4338320"/>
            <a:ext cx="2606040" cy="423545"/>
            <a:chOff x="733323" y="3373764"/>
            <a:chExt cx="3014930" cy="423233"/>
          </a:xfrm>
        </p:grpSpPr>
        <p:sp>
          <p:nvSpPr>
            <p:cNvPr id="140" name="矩形 139"/>
            <p:cNvSpPr/>
            <p:nvPr/>
          </p:nvSpPr>
          <p:spPr>
            <a:xfrm>
              <a:off x="944897" y="3373764"/>
              <a:ext cx="2803356" cy="42323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分离技术应用案例</a:t>
              </a:r>
              <a:endParaRPr lang="zh-CN" altLang="en-US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41" name="组合 140"/>
            <p:cNvGrpSpPr/>
            <p:nvPr/>
          </p:nvGrpSpPr>
          <p:grpSpPr>
            <a:xfrm>
              <a:off x="733323" y="3522682"/>
              <a:ext cx="158954" cy="158954"/>
              <a:chOff x="733323" y="3736885"/>
              <a:chExt cx="158954" cy="158954"/>
            </a:xfrm>
          </p:grpSpPr>
          <p:sp>
            <p:nvSpPr>
              <p:cNvPr id="142" name="椭圆 141"/>
              <p:cNvSpPr/>
              <p:nvPr/>
            </p:nvSpPr>
            <p:spPr>
              <a:xfrm>
                <a:off x="733323" y="3736885"/>
                <a:ext cx="158954" cy="158954"/>
              </a:xfrm>
              <a:prstGeom prst="ellipse">
                <a:avLst/>
              </a:prstGeom>
              <a:noFill/>
              <a:ln w="25400" cap="flat" cmpd="sng" algn="ctr">
                <a:solidFill>
                  <a:srgbClr val="484849"/>
                </a:solidFill>
                <a:prstDash val="solid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rgbClr val="99CC3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43" name="椭圆 142"/>
              <p:cNvSpPr/>
              <p:nvPr/>
            </p:nvSpPr>
            <p:spPr>
              <a:xfrm>
                <a:off x="789940" y="3793502"/>
                <a:ext cx="45720" cy="45720"/>
              </a:xfrm>
              <a:prstGeom prst="ellipse">
                <a:avLst/>
              </a:prstGeom>
              <a:solidFill>
                <a:srgbClr val="484849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rgbClr val="99CC3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44" name="文本框 14"/>
          <p:cNvSpPr txBox="1"/>
          <p:nvPr/>
        </p:nvSpPr>
        <p:spPr>
          <a:xfrm>
            <a:off x="878205" y="4857115"/>
            <a:ext cx="35502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药物分离、蛋白分离、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药物成分、水净化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文本框 14"/>
          <p:cNvSpPr txBox="1"/>
          <p:nvPr/>
        </p:nvSpPr>
        <p:spPr>
          <a:xfrm>
            <a:off x="878205" y="2850515"/>
            <a:ext cx="3460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热力学、动力学、</a:t>
            </a:r>
            <a:r>
              <a:rPr lang="zh-CN" altLang="zh-CN" sz="1400" dirty="0">
                <a:latin typeface="微软雅黑" panose="020B0503020204020204" charset="-122"/>
                <a:ea typeface="微软雅黑" panose="020B0503020204020204" charset="-122"/>
              </a:rPr>
              <a:t>分子间的相互作用与溶剂特性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4860290" y="2317115"/>
            <a:ext cx="3836035" cy="755650"/>
            <a:chOff x="733323" y="3373764"/>
            <a:chExt cx="3882705" cy="755502"/>
          </a:xfrm>
        </p:grpSpPr>
        <p:sp>
          <p:nvSpPr>
            <p:cNvPr id="148" name="矩形 147"/>
            <p:cNvSpPr/>
            <p:nvPr/>
          </p:nvSpPr>
          <p:spPr>
            <a:xfrm>
              <a:off x="944830" y="3373764"/>
              <a:ext cx="3671198" cy="75550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如何根据被物质特性选择分离方法</a:t>
              </a:r>
              <a:endParaRPr lang="zh-CN" altLang="en-US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49" name="组合 148"/>
            <p:cNvGrpSpPr/>
            <p:nvPr/>
          </p:nvGrpSpPr>
          <p:grpSpPr>
            <a:xfrm>
              <a:off x="733323" y="3522682"/>
              <a:ext cx="158954" cy="158954"/>
              <a:chOff x="733323" y="3736885"/>
              <a:chExt cx="158954" cy="158954"/>
            </a:xfrm>
          </p:grpSpPr>
          <p:sp>
            <p:nvSpPr>
              <p:cNvPr id="150" name="椭圆 149"/>
              <p:cNvSpPr/>
              <p:nvPr/>
            </p:nvSpPr>
            <p:spPr>
              <a:xfrm>
                <a:off x="733323" y="3736885"/>
                <a:ext cx="158954" cy="158954"/>
              </a:xfrm>
              <a:prstGeom prst="ellipse">
                <a:avLst/>
              </a:prstGeom>
              <a:noFill/>
              <a:ln w="25400" cap="flat" cmpd="sng" algn="ctr">
                <a:solidFill>
                  <a:srgbClr val="484849"/>
                </a:solidFill>
                <a:prstDash val="solid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rgbClr val="99CC3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51" name="椭圆 150"/>
              <p:cNvSpPr/>
              <p:nvPr/>
            </p:nvSpPr>
            <p:spPr>
              <a:xfrm>
                <a:off x="789940" y="3793502"/>
                <a:ext cx="45720" cy="45720"/>
              </a:xfrm>
              <a:prstGeom prst="ellipse">
                <a:avLst/>
              </a:prstGeom>
              <a:solidFill>
                <a:srgbClr val="484849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rgbClr val="99CC3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152" name="组合 151"/>
          <p:cNvGrpSpPr/>
          <p:nvPr/>
        </p:nvGrpSpPr>
        <p:grpSpPr>
          <a:xfrm>
            <a:off x="4834255" y="3404870"/>
            <a:ext cx="4083685" cy="423545"/>
            <a:chOff x="733323" y="3373764"/>
            <a:chExt cx="4308770" cy="423462"/>
          </a:xfrm>
        </p:grpSpPr>
        <p:sp>
          <p:nvSpPr>
            <p:cNvPr id="153" name="矩形 152"/>
            <p:cNvSpPr/>
            <p:nvPr/>
          </p:nvSpPr>
          <p:spPr>
            <a:xfrm>
              <a:off x="945043" y="3373764"/>
              <a:ext cx="4097050" cy="42346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如何根据分离分析目的选择分离技术</a:t>
              </a:r>
              <a:endParaRPr lang="zh-CN" altLang="en-US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54" name="组合 153"/>
            <p:cNvGrpSpPr/>
            <p:nvPr/>
          </p:nvGrpSpPr>
          <p:grpSpPr>
            <a:xfrm>
              <a:off x="733323" y="3522682"/>
              <a:ext cx="158954" cy="158954"/>
              <a:chOff x="733323" y="3736885"/>
              <a:chExt cx="158954" cy="158954"/>
            </a:xfrm>
          </p:grpSpPr>
          <p:sp>
            <p:nvSpPr>
              <p:cNvPr id="155" name="椭圆 154"/>
              <p:cNvSpPr/>
              <p:nvPr/>
            </p:nvSpPr>
            <p:spPr>
              <a:xfrm>
                <a:off x="733323" y="3736885"/>
                <a:ext cx="158954" cy="158954"/>
              </a:xfrm>
              <a:prstGeom prst="ellipse">
                <a:avLst/>
              </a:prstGeom>
              <a:noFill/>
              <a:ln w="25400" cap="flat" cmpd="sng" algn="ctr">
                <a:solidFill>
                  <a:srgbClr val="484849"/>
                </a:solidFill>
                <a:prstDash val="solid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rgbClr val="99CC3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56" name="椭圆 155"/>
              <p:cNvSpPr/>
              <p:nvPr/>
            </p:nvSpPr>
            <p:spPr>
              <a:xfrm>
                <a:off x="789940" y="3793502"/>
                <a:ext cx="45720" cy="45720"/>
              </a:xfrm>
              <a:prstGeom prst="ellipse">
                <a:avLst/>
              </a:prstGeom>
              <a:solidFill>
                <a:srgbClr val="484849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rgbClr val="99CC3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157" name="组合 156"/>
          <p:cNvGrpSpPr/>
          <p:nvPr/>
        </p:nvGrpSpPr>
        <p:grpSpPr>
          <a:xfrm>
            <a:off x="4834255" y="4337050"/>
            <a:ext cx="3937635" cy="755650"/>
            <a:chOff x="733323" y="3373764"/>
            <a:chExt cx="3650269" cy="755502"/>
          </a:xfrm>
        </p:grpSpPr>
        <p:sp>
          <p:nvSpPr>
            <p:cNvPr id="158" name="矩形 157"/>
            <p:cNvSpPr/>
            <p:nvPr/>
          </p:nvSpPr>
          <p:spPr>
            <a:xfrm>
              <a:off x="944830" y="3373764"/>
              <a:ext cx="3438762" cy="75550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系统化构建复杂物质的分离工艺</a:t>
              </a:r>
              <a:endParaRPr lang="zh-CN" altLang="en-US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59" name="组合 158"/>
            <p:cNvGrpSpPr/>
            <p:nvPr/>
          </p:nvGrpSpPr>
          <p:grpSpPr>
            <a:xfrm>
              <a:off x="733323" y="3522682"/>
              <a:ext cx="158954" cy="158954"/>
              <a:chOff x="733323" y="3736885"/>
              <a:chExt cx="158954" cy="158954"/>
            </a:xfrm>
          </p:grpSpPr>
          <p:sp>
            <p:nvSpPr>
              <p:cNvPr id="160" name="椭圆 159"/>
              <p:cNvSpPr/>
              <p:nvPr/>
            </p:nvSpPr>
            <p:spPr>
              <a:xfrm>
                <a:off x="733323" y="3736885"/>
                <a:ext cx="158954" cy="158954"/>
              </a:xfrm>
              <a:prstGeom prst="ellipse">
                <a:avLst/>
              </a:prstGeom>
              <a:noFill/>
              <a:ln w="25400" cap="flat" cmpd="sng" algn="ctr">
                <a:solidFill>
                  <a:srgbClr val="484849"/>
                </a:solidFill>
                <a:prstDash val="solid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rgbClr val="99CC3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61" name="椭圆 160"/>
              <p:cNvSpPr/>
              <p:nvPr/>
            </p:nvSpPr>
            <p:spPr>
              <a:xfrm>
                <a:off x="789940" y="3793502"/>
                <a:ext cx="45720" cy="45720"/>
              </a:xfrm>
              <a:prstGeom prst="ellipse">
                <a:avLst/>
              </a:prstGeom>
              <a:solidFill>
                <a:srgbClr val="484849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rgbClr val="99CC39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62" name="文本框 139"/>
          <p:cNvSpPr txBox="1"/>
          <p:nvPr/>
        </p:nvSpPr>
        <p:spPr>
          <a:xfrm>
            <a:off x="5212080" y="4857115"/>
            <a:ext cx="3260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基础理论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物质特性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偶联技术 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文本框 140"/>
          <p:cNvSpPr txBox="1"/>
          <p:nvPr/>
        </p:nvSpPr>
        <p:spPr>
          <a:xfrm>
            <a:off x="5212080" y="2644775"/>
            <a:ext cx="35598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极性、亲和性、分子大小、溶解性、手性。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47"/>
          <p:cNvSpPr txBox="1"/>
          <p:nvPr/>
        </p:nvSpPr>
        <p:spPr>
          <a:xfrm>
            <a:off x="5212080" y="3735705"/>
            <a:ext cx="36499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定量、定性，少量、大量。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cover dir="l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09415" y="3110230"/>
            <a:ext cx="4846955" cy="3393440"/>
          </a:xfrm>
        </p:spPr>
        <p:txBody>
          <a:bodyPr/>
          <a:lstStyle/>
          <a:p>
            <a:pPr marL="0" marR="0" lvl="0" indent="0" algn="l" defTabSz="1520825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第一周</a:t>
            </a:r>
            <a:endParaRPr kumimoji="0" lang="zh-CN" altLang="zh-CN" sz="12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1520825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一</a:t>
            </a: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. </a:t>
            </a:r>
            <a:r>
              <a:rPr kumimoji="0" lang="zh-CN" altLang="zh-CN" sz="12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学习内容</a:t>
            </a:r>
            <a:endParaRPr kumimoji="0" lang="zh-CN" altLang="zh-CN" sz="12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266700" algn="just" defTabSz="1520825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kumimoji="0" lang="zh-CN" altLang="zh-CN" sz="12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章 </a:t>
            </a:r>
            <a:r>
              <a:rPr kumimoji="0" lang="zh-CN" altLang="en-US" sz="12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绪论</a:t>
            </a:r>
            <a:endParaRPr kumimoji="0" lang="en-US" altLang="zh-CN" sz="12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266700" algn="just" defTabSz="1520825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2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章 沉淀分离法中 </a:t>
            </a: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2.1</a:t>
            </a:r>
            <a:r>
              <a:rPr kumimoji="0" lang="zh-CN" altLang="en-US" sz="12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2.2</a:t>
            </a:r>
            <a:endParaRPr kumimoji="0" lang="en-US" altLang="zh-CN" sz="12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304800" algn="just" defTabSz="1520825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在线学习上述课程内容视频，完成</a:t>
            </a:r>
            <a:r>
              <a:rPr kumimoji="0" lang="zh-CN" altLang="en-US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习题</a:t>
            </a:r>
            <a:r>
              <a:rPr kumimoji="0" lang="zh-CN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kumimoji="0" lang="zh-CN" altLang="zh-CN" sz="12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1520825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二</a:t>
            </a: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. </a:t>
            </a:r>
            <a:r>
              <a:rPr kumimoji="0" lang="zh-CN" altLang="zh-CN" sz="12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课后作业</a:t>
            </a:r>
            <a:endParaRPr kumimoji="0" lang="zh-CN" altLang="zh-CN" sz="12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304800" algn="just" defTabSz="1520825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自学教材：</a:t>
            </a: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P1-P24</a:t>
            </a:r>
            <a:r>
              <a:rPr kumimoji="0" lang="zh-CN" altLang="en-US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2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第一章 试样的采集及处理，</a:t>
            </a:r>
            <a:r>
              <a:rPr kumimoji="0" lang="zh-CN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习题</a:t>
            </a: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1-6</a:t>
            </a:r>
            <a:r>
              <a:rPr kumimoji="0" lang="zh-CN" altLang="en-US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（不交）</a:t>
            </a:r>
            <a:endParaRPr kumimoji="0" lang="zh-CN" altLang="zh-CN" sz="12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1520825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三</a:t>
            </a: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. </a:t>
            </a:r>
            <a:r>
              <a:rPr kumimoji="0" lang="zh-CN" altLang="en-US" sz="12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答疑</a:t>
            </a:r>
            <a:endParaRPr kumimoji="0" lang="en-US" altLang="zh-CN" sz="12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1520825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kumimoji="0" lang="zh-CN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有问题请在课程平台“课程问答”板块</a:t>
            </a:r>
            <a:r>
              <a:rPr kumimoji="0" lang="zh-CN" altLang="en-US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或者</a:t>
            </a: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QQ</a:t>
            </a:r>
            <a:r>
              <a:rPr kumimoji="0" lang="zh-CN" altLang="en-US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群</a:t>
            </a:r>
            <a:r>
              <a:rPr kumimoji="0" lang="zh-CN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提出来，</a:t>
            </a: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endParaRPr kumimoji="0" lang="en-US" altLang="zh-CN" sz="12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just" defTabSz="1520825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kumimoji="0" lang="zh-CN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师生共同讨论。</a:t>
            </a:r>
            <a:endParaRPr kumimoji="0" lang="zh-CN" altLang="zh-CN" sz="12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882994" y="2704612"/>
            <a:ext cx="2212011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520825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100" b="1" dirty="0">
                <a:solidFill>
                  <a:srgbClr val="003BB0"/>
                </a:solidFill>
                <a:latin typeface="微软雅黑" panose="020B0503020204020204" charset="-122"/>
                <a:ea typeface="微软雅黑" panose="020B0503020204020204" charset="-122"/>
              </a:rPr>
              <a:t>课前（打基础）</a:t>
            </a:r>
            <a:endParaRPr lang="zh-CN" altLang="en-US" sz="2100" b="1" dirty="0">
              <a:solidFill>
                <a:srgbClr val="003B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25381" y="3428774"/>
            <a:ext cx="235669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自主学习</a:t>
            </a:r>
            <a:endParaRPr lang="zh-CN" altLang="en-US" sz="15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看知识点视频</a:t>
            </a:r>
            <a:endParaRPr lang="zh-CN" altLang="en-US" sz="15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做配套习题</a:t>
            </a:r>
            <a:endParaRPr lang="zh-CN" altLang="en-US" sz="15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15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课程论坛互动</a:t>
            </a:r>
            <a:endParaRPr lang="zh-CN" altLang="en-US" sz="15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f274b2bd-4f55-4385-865f-93efaa803fd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75" y="2908054"/>
            <a:ext cx="1354356" cy="1736845"/>
            <a:chOff x="2892969" y="-1499203"/>
            <a:chExt cx="5976187" cy="7269640"/>
          </a:xfrm>
        </p:grpSpPr>
        <p:sp>
          <p:nvSpPr>
            <p:cNvPr id="7" name="îŝļïḍè"/>
            <p:cNvSpPr/>
            <p:nvPr/>
          </p:nvSpPr>
          <p:spPr bwMode="auto">
            <a:xfrm>
              <a:off x="2892969" y="-1499203"/>
              <a:ext cx="5158494" cy="6520972"/>
            </a:xfrm>
            <a:custGeom>
              <a:avLst/>
              <a:gdLst>
                <a:gd name="T0" fmla="*/ 13 w 516"/>
                <a:gd name="T1" fmla="*/ 369 h 537"/>
                <a:gd name="T2" fmla="*/ 99 w 516"/>
                <a:gd name="T3" fmla="*/ 469 h 537"/>
                <a:gd name="T4" fmla="*/ 251 w 516"/>
                <a:gd name="T5" fmla="*/ 518 h 537"/>
                <a:gd name="T6" fmla="*/ 350 w 516"/>
                <a:gd name="T7" fmla="*/ 482 h 537"/>
                <a:gd name="T8" fmla="*/ 490 w 516"/>
                <a:gd name="T9" fmla="*/ 404 h 537"/>
                <a:gd name="T10" fmla="*/ 376 w 516"/>
                <a:gd name="T11" fmla="*/ 264 h 537"/>
                <a:gd name="T12" fmla="*/ 333 w 516"/>
                <a:gd name="T13" fmla="*/ 49 h 537"/>
                <a:gd name="T14" fmla="*/ 61 w 516"/>
                <a:gd name="T15" fmla="*/ 154 h 537"/>
                <a:gd name="T16" fmla="*/ 13 w 516"/>
                <a:gd name="T17" fmla="*/ 369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6" h="537">
                  <a:moveTo>
                    <a:pt x="13" y="369"/>
                  </a:moveTo>
                  <a:cubicBezTo>
                    <a:pt x="13" y="369"/>
                    <a:pt x="0" y="464"/>
                    <a:pt x="99" y="469"/>
                  </a:cubicBezTo>
                  <a:cubicBezTo>
                    <a:pt x="198" y="475"/>
                    <a:pt x="233" y="499"/>
                    <a:pt x="251" y="518"/>
                  </a:cubicBezTo>
                  <a:cubicBezTo>
                    <a:pt x="269" y="537"/>
                    <a:pt x="294" y="529"/>
                    <a:pt x="350" y="482"/>
                  </a:cubicBezTo>
                  <a:cubicBezTo>
                    <a:pt x="407" y="435"/>
                    <a:pt x="476" y="440"/>
                    <a:pt x="490" y="404"/>
                  </a:cubicBezTo>
                  <a:cubicBezTo>
                    <a:pt x="503" y="368"/>
                    <a:pt x="516" y="298"/>
                    <a:pt x="376" y="264"/>
                  </a:cubicBezTo>
                  <a:cubicBezTo>
                    <a:pt x="236" y="229"/>
                    <a:pt x="350" y="97"/>
                    <a:pt x="333" y="49"/>
                  </a:cubicBezTo>
                  <a:cubicBezTo>
                    <a:pt x="316" y="0"/>
                    <a:pt x="113" y="36"/>
                    <a:pt x="61" y="154"/>
                  </a:cubicBezTo>
                  <a:cubicBezTo>
                    <a:pt x="9" y="273"/>
                    <a:pt x="13" y="369"/>
                    <a:pt x="13" y="369"/>
                  </a:cubicBezTo>
                  <a:close/>
                </a:path>
              </a:pathLst>
            </a:custGeom>
            <a:gradFill>
              <a:gsLst>
                <a:gs pos="0">
                  <a:sysClr val="window" lastClr="FFFFFF"/>
                </a:gs>
                <a:gs pos="100000">
                  <a:srgbClr val="DBEAFF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8" name="íṩľiḋé"/>
            <p:cNvSpPr/>
            <p:nvPr/>
          </p:nvSpPr>
          <p:spPr bwMode="auto">
            <a:xfrm>
              <a:off x="5185159" y="1947614"/>
              <a:ext cx="663661" cy="667048"/>
            </a:xfrm>
            <a:custGeom>
              <a:avLst/>
              <a:gdLst>
                <a:gd name="T0" fmla="*/ 84 w 94"/>
                <a:gd name="T1" fmla="*/ 47 h 95"/>
                <a:gd name="T2" fmla="*/ 84 w 94"/>
                <a:gd name="T3" fmla="*/ 33 h 95"/>
                <a:gd name="T4" fmla="*/ 63 w 94"/>
                <a:gd name="T5" fmla="*/ 16 h 95"/>
                <a:gd name="T6" fmla="*/ 49 w 94"/>
                <a:gd name="T7" fmla="*/ 26 h 95"/>
                <a:gd name="T8" fmla="*/ 56 w 94"/>
                <a:gd name="T9" fmla="*/ 7 h 95"/>
                <a:gd name="T10" fmla="*/ 37 w 94"/>
                <a:gd name="T11" fmla="*/ 0 h 95"/>
                <a:gd name="T12" fmla="*/ 37 w 94"/>
                <a:gd name="T13" fmla="*/ 0 h 95"/>
                <a:gd name="T14" fmla="*/ 37 w 94"/>
                <a:gd name="T15" fmla="*/ 0 h 95"/>
                <a:gd name="T16" fmla="*/ 22 w 94"/>
                <a:gd name="T17" fmla="*/ 14 h 95"/>
                <a:gd name="T18" fmla="*/ 37 w 94"/>
                <a:gd name="T19" fmla="*/ 28 h 95"/>
                <a:gd name="T20" fmla="*/ 20 w 94"/>
                <a:gd name="T21" fmla="*/ 25 h 95"/>
                <a:gd name="T22" fmla="*/ 7 w 94"/>
                <a:gd name="T23" fmla="*/ 48 h 95"/>
                <a:gd name="T24" fmla="*/ 13 w 94"/>
                <a:gd name="T25" fmla="*/ 61 h 95"/>
                <a:gd name="T26" fmla="*/ 20 w 94"/>
                <a:gd name="T27" fmla="*/ 87 h 95"/>
                <a:gd name="T28" fmla="*/ 52 w 94"/>
                <a:gd name="T29" fmla="*/ 75 h 95"/>
                <a:gd name="T30" fmla="*/ 52 w 94"/>
                <a:gd name="T31" fmla="*/ 74 h 95"/>
                <a:gd name="T32" fmla="*/ 52 w 94"/>
                <a:gd name="T33" fmla="*/ 75 h 95"/>
                <a:gd name="T34" fmla="*/ 87 w 94"/>
                <a:gd name="T35" fmla="*/ 74 h 95"/>
                <a:gd name="T36" fmla="*/ 84 w 94"/>
                <a:gd name="T37" fmla="*/ 4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4" h="95">
                  <a:moveTo>
                    <a:pt x="84" y="47"/>
                  </a:moveTo>
                  <a:cubicBezTo>
                    <a:pt x="74" y="55"/>
                    <a:pt x="85" y="40"/>
                    <a:pt x="84" y="33"/>
                  </a:cubicBezTo>
                  <a:cubicBezTo>
                    <a:pt x="82" y="26"/>
                    <a:pt x="70" y="6"/>
                    <a:pt x="63" y="16"/>
                  </a:cubicBezTo>
                  <a:cubicBezTo>
                    <a:pt x="55" y="25"/>
                    <a:pt x="46" y="28"/>
                    <a:pt x="49" y="26"/>
                  </a:cubicBezTo>
                  <a:cubicBezTo>
                    <a:pt x="51" y="23"/>
                    <a:pt x="60" y="14"/>
                    <a:pt x="56" y="7"/>
                  </a:cubicBezTo>
                  <a:cubicBezTo>
                    <a:pt x="53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22" y="6"/>
                    <a:pt x="22" y="14"/>
                  </a:cubicBezTo>
                  <a:cubicBezTo>
                    <a:pt x="22" y="22"/>
                    <a:pt x="33" y="27"/>
                    <a:pt x="37" y="28"/>
                  </a:cubicBezTo>
                  <a:cubicBezTo>
                    <a:pt x="40" y="29"/>
                    <a:pt x="30" y="31"/>
                    <a:pt x="20" y="25"/>
                  </a:cubicBezTo>
                  <a:cubicBezTo>
                    <a:pt x="9" y="19"/>
                    <a:pt x="6" y="41"/>
                    <a:pt x="7" y="48"/>
                  </a:cubicBezTo>
                  <a:cubicBezTo>
                    <a:pt x="9" y="55"/>
                    <a:pt x="25" y="65"/>
                    <a:pt x="13" y="61"/>
                  </a:cubicBezTo>
                  <a:cubicBezTo>
                    <a:pt x="0" y="58"/>
                    <a:pt x="12" y="80"/>
                    <a:pt x="20" y="87"/>
                  </a:cubicBezTo>
                  <a:cubicBezTo>
                    <a:pt x="29" y="95"/>
                    <a:pt x="48" y="83"/>
                    <a:pt x="52" y="75"/>
                  </a:cubicBezTo>
                  <a:cubicBezTo>
                    <a:pt x="52" y="74"/>
                    <a:pt x="52" y="74"/>
                    <a:pt x="52" y="74"/>
                  </a:cubicBezTo>
                  <a:cubicBezTo>
                    <a:pt x="52" y="75"/>
                    <a:pt x="52" y="75"/>
                    <a:pt x="52" y="75"/>
                  </a:cubicBezTo>
                  <a:cubicBezTo>
                    <a:pt x="60" y="80"/>
                    <a:pt x="82" y="84"/>
                    <a:pt x="87" y="74"/>
                  </a:cubicBezTo>
                  <a:cubicBezTo>
                    <a:pt x="92" y="64"/>
                    <a:pt x="94" y="39"/>
                    <a:pt x="84" y="47"/>
                  </a:cubicBezTo>
                  <a:close/>
                </a:path>
              </a:pathLst>
            </a:custGeom>
            <a:solidFill>
              <a:srgbClr val="B0D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9" name="îṥľïḑê"/>
            <p:cNvSpPr/>
            <p:nvPr/>
          </p:nvSpPr>
          <p:spPr bwMode="auto">
            <a:xfrm>
              <a:off x="5459428" y="2001790"/>
              <a:ext cx="318287" cy="1584661"/>
            </a:xfrm>
            <a:custGeom>
              <a:avLst/>
              <a:gdLst>
                <a:gd name="T0" fmla="*/ 0 w 94"/>
                <a:gd name="T1" fmla="*/ 0 h 468"/>
                <a:gd name="T2" fmla="*/ 13 w 94"/>
                <a:gd name="T3" fmla="*/ 59 h 468"/>
                <a:gd name="T4" fmla="*/ 25 w 94"/>
                <a:gd name="T5" fmla="*/ 117 h 468"/>
                <a:gd name="T6" fmla="*/ 50 w 94"/>
                <a:gd name="T7" fmla="*/ 233 h 468"/>
                <a:gd name="T8" fmla="*/ 73 w 94"/>
                <a:gd name="T9" fmla="*/ 350 h 468"/>
                <a:gd name="T10" fmla="*/ 84 w 94"/>
                <a:gd name="T11" fmla="*/ 410 h 468"/>
                <a:gd name="T12" fmla="*/ 94 w 94"/>
                <a:gd name="T13" fmla="*/ 468 h 468"/>
                <a:gd name="T14" fmla="*/ 82 w 94"/>
                <a:gd name="T15" fmla="*/ 410 h 468"/>
                <a:gd name="T16" fmla="*/ 69 w 94"/>
                <a:gd name="T17" fmla="*/ 352 h 468"/>
                <a:gd name="T18" fmla="*/ 44 w 94"/>
                <a:gd name="T19" fmla="*/ 235 h 468"/>
                <a:gd name="T20" fmla="*/ 21 w 94"/>
                <a:gd name="T21" fmla="*/ 117 h 468"/>
                <a:gd name="T22" fmla="*/ 11 w 94"/>
                <a:gd name="T23" fmla="*/ 59 h 468"/>
                <a:gd name="T24" fmla="*/ 0 w 94"/>
                <a:gd name="T25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468">
                  <a:moveTo>
                    <a:pt x="0" y="0"/>
                  </a:moveTo>
                  <a:lnTo>
                    <a:pt x="13" y="59"/>
                  </a:lnTo>
                  <a:lnTo>
                    <a:pt x="25" y="117"/>
                  </a:lnTo>
                  <a:lnTo>
                    <a:pt x="50" y="233"/>
                  </a:lnTo>
                  <a:lnTo>
                    <a:pt x="73" y="350"/>
                  </a:lnTo>
                  <a:lnTo>
                    <a:pt x="84" y="410"/>
                  </a:lnTo>
                  <a:lnTo>
                    <a:pt x="94" y="468"/>
                  </a:lnTo>
                  <a:lnTo>
                    <a:pt x="82" y="410"/>
                  </a:lnTo>
                  <a:lnTo>
                    <a:pt x="69" y="352"/>
                  </a:lnTo>
                  <a:lnTo>
                    <a:pt x="44" y="235"/>
                  </a:lnTo>
                  <a:lnTo>
                    <a:pt x="21" y="117"/>
                  </a:lnTo>
                  <a:lnTo>
                    <a:pt x="11" y="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D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10" name="îslíďê"/>
            <p:cNvSpPr/>
            <p:nvPr/>
          </p:nvSpPr>
          <p:spPr bwMode="auto">
            <a:xfrm>
              <a:off x="5137754" y="2729785"/>
              <a:ext cx="521448" cy="497747"/>
            </a:xfrm>
            <a:custGeom>
              <a:avLst/>
              <a:gdLst>
                <a:gd name="T0" fmla="*/ 65 w 74"/>
                <a:gd name="T1" fmla="*/ 42 h 71"/>
                <a:gd name="T2" fmla="*/ 67 w 74"/>
                <a:gd name="T3" fmla="*/ 31 h 71"/>
                <a:gd name="T4" fmla="*/ 53 w 74"/>
                <a:gd name="T5" fmla="*/ 16 h 71"/>
                <a:gd name="T6" fmla="*/ 41 w 74"/>
                <a:gd name="T7" fmla="*/ 21 h 71"/>
                <a:gd name="T8" fmla="*/ 50 w 74"/>
                <a:gd name="T9" fmla="*/ 8 h 71"/>
                <a:gd name="T10" fmla="*/ 36 w 74"/>
                <a:gd name="T11" fmla="*/ 0 h 71"/>
                <a:gd name="T12" fmla="*/ 36 w 74"/>
                <a:gd name="T13" fmla="*/ 0 h 71"/>
                <a:gd name="T14" fmla="*/ 36 w 74"/>
                <a:gd name="T15" fmla="*/ 0 h 71"/>
                <a:gd name="T16" fmla="*/ 23 w 74"/>
                <a:gd name="T17" fmla="*/ 9 h 71"/>
                <a:gd name="T18" fmla="*/ 32 w 74"/>
                <a:gd name="T19" fmla="*/ 22 h 71"/>
                <a:gd name="T20" fmla="*/ 19 w 74"/>
                <a:gd name="T21" fmla="*/ 17 h 71"/>
                <a:gd name="T22" fmla="*/ 7 w 74"/>
                <a:gd name="T23" fmla="*/ 33 h 71"/>
                <a:gd name="T24" fmla="*/ 9 w 74"/>
                <a:gd name="T25" fmla="*/ 44 h 71"/>
                <a:gd name="T26" fmla="*/ 11 w 74"/>
                <a:gd name="T27" fmla="*/ 64 h 71"/>
                <a:gd name="T28" fmla="*/ 37 w 74"/>
                <a:gd name="T29" fmla="*/ 59 h 71"/>
                <a:gd name="T30" fmla="*/ 37 w 74"/>
                <a:gd name="T31" fmla="*/ 59 h 71"/>
                <a:gd name="T32" fmla="*/ 37 w 74"/>
                <a:gd name="T33" fmla="*/ 59 h 71"/>
                <a:gd name="T34" fmla="*/ 64 w 74"/>
                <a:gd name="T35" fmla="*/ 63 h 71"/>
                <a:gd name="T36" fmla="*/ 65 w 74"/>
                <a:gd name="T37" fmla="*/ 4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4" h="71">
                  <a:moveTo>
                    <a:pt x="65" y="42"/>
                  </a:moveTo>
                  <a:cubicBezTo>
                    <a:pt x="56" y="47"/>
                    <a:pt x="67" y="37"/>
                    <a:pt x="67" y="31"/>
                  </a:cubicBezTo>
                  <a:cubicBezTo>
                    <a:pt x="67" y="26"/>
                    <a:pt x="60" y="10"/>
                    <a:pt x="53" y="16"/>
                  </a:cubicBezTo>
                  <a:cubicBezTo>
                    <a:pt x="46" y="22"/>
                    <a:pt x="39" y="23"/>
                    <a:pt x="41" y="21"/>
                  </a:cubicBezTo>
                  <a:cubicBezTo>
                    <a:pt x="43" y="20"/>
                    <a:pt x="51" y="14"/>
                    <a:pt x="50" y="8"/>
                  </a:cubicBezTo>
                  <a:cubicBezTo>
                    <a:pt x="48" y="2"/>
                    <a:pt x="36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24" y="3"/>
                    <a:pt x="23" y="9"/>
                  </a:cubicBezTo>
                  <a:cubicBezTo>
                    <a:pt x="22" y="15"/>
                    <a:pt x="30" y="20"/>
                    <a:pt x="32" y="22"/>
                  </a:cubicBezTo>
                  <a:cubicBezTo>
                    <a:pt x="34" y="23"/>
                    <a:pt x="27" y="23"/>
                    <a:pt x="19" y="17"/>
                  </a:cubicBezTo>
                  <a:cubicBezTo>
                    <a:pt x="12" y="11"/>
                    <a:pt x="6" y="27"/>
                    <a:pt x="7" y="33"/>
                  </a:cubicBezTo>
                  <a:cubicBezTo>
                    <a:pt x="7" y="38"/>
                    <a:pt x="18" y="48"/>
                    <a:pt x="9" y="44"/>
                  </a:cubicBezTo>
                  <a:cubicBezTo>
                    <a:pt x="0" y="39"/>
                    <a:pt x="6" y="58"/>
                    <a:pt x="11" y="64"/>
                  </a:cubicBezTo>
                  <a:cubicBezTo>
                    <a:pt x="17" y="71"/>
                    <a:pt x="33" y="65"/>
                    <a:pt x="37" y="59"/>
                  </a:cubicBezTo>
                  <a:cubicBezTo>
                    <a:pt x="37" y="59"/>
                    <a:pt x="37" y="59"/>
                    <a:pt x="37" y="59"/>
                  </a:cubicBezTo>
                  <a:cubicBezTo>
                    <a:pt x="37" y="59"/>
                    <a:pt x="37" y="59"/>
                    <a:pt x="37" y="59"/>
                  </a:cubicBezTo>
                  <a:cubicBezTo>
                    <a:pt x="43" y="64"/>
                    <a:pt x="59" y="70"/>
                    <a:pt x="64" y="63"/>
                  </a:cubicBezTo>
                  <a:cubicBezTo>
                    <a:pt x="69" y="56"/>
                    <a:pt x="74" y="38"/>
                    <a:pt x="65" y="42"/>
                  </a:cubicBezTo>
                  <a:close/>
                </a:path>
              </a:pathLst>
            </a:custGeom>
            <a:solidFill>
              <a:srgbClr val="B0D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11" name="iṥlidê"/>
            <p:cNvSpPr/>
            <p:nvPr/>
          </p:nvSpPr>
          <p:spPr bwMode="auto">
            <a:xfrm>
              <a:off x="5391707" y="2770417"/>
              <a:ext cx="27088" cy="1252830"/>
            </a:xfrm>
            <a:custGeom>
              <a:avLst/>
              <a:gdLst>
                <a:gd name="T0" fmla="*/ 0 w 4"/>
                <a:gd name="T1" fmla="*/ 0 h 178"/>
                <a:gd name="T2" fmla="*/ 2 w 4"/>
                <a:gd name="T3" fmla="*/ 45 h 178"/>
                <a:gd name="T4" fmla="*/ 3 w 4"/>
                <a:gd name="T5" fmla="*/ 89 h 178"/>
                <a:gd name="T6" fmla="*/ 4 w 4"/>
                <a:gd name="T7" fmla="*/ 133 h 178"/>
                <a:gd name="T8" fmla="*/ 4 w 4"/>
                <a:gd name="T9" fmla="*/ 178 h 178"/>
                <a:gd name="T10" fmla="*/ 2 w 4"/>
                <a:gd name="T11" fmla="*/ 133 h 178"/>
                <a:gd name="T12" fmla="*/ 1 w 4"/>
                <a:gd name="T13" fmla="*/ 89 h 178"/>
                <a:gd name="T14" fmla="*/ 0 w 4"/>
                <a:gd name="T15" fmla="*/ 45 h 178"/>
                <a:gd name="T16" fmla="*/ 0 w 4"/>
                <a:gd name="T17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178">
                  <a:moveTo>
                    <a:pt x="0" y="0"/>
                  </a:moveTo>
                  <a:cubicBezTo>
                    <a:pt x="1" y="15"/>
                    <a:pt x="2" y="30"/>
                    <a:pt x="2" y="45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4" y="148"/>
                    <a:pt x="4" y="163"/>
                    <a:pt x="4" y="178"/>
                  </a:cubicBezTo>
                  <a:cubicBezTo>
                    <a:pt x="3" y="163"/>
                    <a:pt x="3" y="148"/>
                    <a:pt x="2" y="133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30"/>
                    <a:pt x="0" y="15"/>
                    <a:pt x="0" y="0"/>
                  </a:cubicBezTo>
                  <a:close/>
                </a:path>
              </a:pathLst>
            </a:custGeom>
            <a:solidFill>
              <a:srgbClr val="B0D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12" name="iṥḻîḓè"/>
            <p:cNvSpPr/>
            <p:nvPr/>
          </p:nvSpPr>
          <p:spPr bwMode="auto">
            <a:xfrm>
              <a:off x="5777715" y="1480342"/>
              <a:ext cx="558695" cy="558695"/>
            </a:xfrm>
            <a:custGeom>
              <a:avLst/>
              <a:gdLst>
                <a:gd name="T0" fmla="*/ 69 w 79"/>
                <a:gd name="T1" fmla="*/ 51 h 79"/>
                <a:gd name="T2" fmla="*/ 73 w 79"/>
                <a:gd name="T3" fmla="*/ 40 h 79"/>
                <a:gd name="T4" fmla="*/ 61 w 79"/>
                <a:gd name="T5" fmla="*/ 20 h 79"/>
                <a:gd name="T6" fmla="*/ 47 w 79"/>
                <a:gd name="T7" fmla="*/ 24 h 79"/>
                <a:gd name="T8" fmla="*/ 58 w 79"/>
                <a:gd name="T9" fmla="*/ 12 h 79"/>
                <a:gd name="T10" fmla="*/ 45 w 79"/>
                <a:gd name="T11" fmla="*/ 0 h 79"/>
                <a:gd name="T12" fmla="*/ 45 w 79"/>
                <a:gd name="T13" fmla="*/ 1 h 79"/>
                <a:gd name="T14" fmla="*/ 45 w 79"/>
                <a:gd name="T15" fmla="*/ 0 h 79"/>
                <a:gd name="T16" fmla="*/ 30 w 79"/>
                <a:gd name="T17" fmla="*/ 7 h 79"/>
                <a:gd name="T18" fmla="*/ 37 w 79"/>
                <a:gd name="T19" fmla="*/ 23 h 79"/>
                <a:gd name="T20" fmla="*/ 25 w 79"/>
                <a:gd name="T21" fmla="*/ 15 h 79"/>
                <a:gd name="T22" fmla="*/ 8 w 79"/>
                <a:gd name="T23" fmla="*/ 30 h 79"/>
                <a:gd name="T24" fmla="*/ 8 w 79"/>
                <a:gd name="T25" fmla="*/ 42 h 79"/>
                <a:gd name="T26" fmla="*/ 7 w 79"/>
                <a:gd name="T27" fmla="*/ 65 h 79"/>
                <a:gd name="T28" fmla="*/ 36 w 79"/>
                <a:gd name="T29" fmla="*/ 64 h 79"/>
                <a:gd name="T30" fmla="*/ 36 w 79"/>
                <a:gd name="T31" fmla="*/ 63 h 79"/>
                <a:gd name="T32" fmla="*/ 36 w 79"/>
                <a:gd name="T33" fmla="*/ 64 h 79"/>
                <a:gd name="T34" fmla="*/ 63 w 79"/>
                <a:gd name="T35" fmla="*/ 73 h 79"/>
                <a:gd name="T36" fmla="*/ 69 w 79"/>
                <a:gd name="T37" fmla="*/ 51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9" h="79">
                  <a:moveTo>
                    <a:pt x="69" y="51"/>
                  </a:moveTo>
                  <a:cubicBezTo>
                    <a:pt x="59" y="54"/>
                    <a:pt x="72" y="45"/>
                    <a:pt x="73" y="40"/>
                  </a:cubicBezTo>
                  <a:cubicBezTo>
                    <a:pt x="74" y="34"/>
                    <a:pt x="70" y="15"/>
                    <a:pt x="61" y="20"/>
                  </a:cubicBezTo>
                  <a:cubicBezTo>
                    <a:pt x="52" y="26"/>
                    <a:pt x="44" y="25"/>
                    <a:pt x="47" y="24"/>
                  </a:cubicBezTo>
                  <a:cubicBezTo>
                    <a:pt x="50" y="23"/>
                    <a:pt x="59" y="18"/>
                    <a:pt x="58" y="12"/>
                  </a:cubicBezTo>
                  <a:cubicBezTo>
                    <a:pt x="58" y="5"/>
                    <a:pt x="45" y="0"/>
                    <a:pt x="45" y="0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32" y="1"/>
                    <a:pt x="30" y="7"/>
                  </a:cubicBezTo>
                  <a:cubicBezTo>
                    <a:pt x="27" y="14"/>
                    <a:pt x="35" y="21"/>
                    <a:pt x="37" y="23"/>
                  </a:cubicBezTo>
                  <a:cubicBezTo>
                    <a:pt x="39" y="24"/>
                    <a:pt x="31" y="23"/>
                    <a:pt x="25" y="15"/>
                  </a:cubicBezTo>
                  <a:cubicBezTo>
                    <a:pt x="18" y="7"/>
                    <a:pt x="9" y="24"/>
                    <a:pt x="8" y="30"/>
                  </a:cubicBezTo>
                  <a:cubicBezTo>
                    <a:pt x="7" y="36"/>
                    <a:pt x="17" y="48"/>
                    <a:pt x="8" y="42"/>
                  </a:cubicBezTo>
                  <a:cubicBezTo>
                    <a:pt x="0" y="36"/>
                    <a:pt x="3" y="56"/>
                    <a:pt x="7" y="65"/>
                  </a:cubicBezTo>
                  <a:cubicBezTo>
                    <a:pt x="12" y="73"/>
                    <a:pt x="30" y="69"/>
                    <a:pt x="36" y="64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40" y="70"/>
                    <a:pt x="57" y="79"/>
                    <a:pt x="63" y="73"/>
                  </a:cubicBezTo>
                  <a:cubicBezTo>
                    <a:pt x="70" y="66"/>
                    <a:pt x="79" y="48"/>
                    <a:pt x="69" y="51"/>
                  </a:cubicBezTo>
                  <a:close/>
                </a:path>
              </a:pathLst>
            </a:custGeom>
            <a:solidFill>
              <a:srgbClr val="B0D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13" name="ï$ľïďê"/>
            <p:cNvSpPr/>
            <p:nvPr/>
          </p:nvSpPr>
          <p:spPr bwMode="auto">
            <a:xfrm>
              <a:off x="5835276" y="1517587"/>
              <a:ext cx="260725" cy="1899562"/>
            </a:xfrm>
            <a:custGeom>
              <a:avLst/>
              <a:gdLst>
                <a:gd name="T0" fmla="*/ 77 w 77"/>
                <a:gd name="T1" fmla="*/ 0 h 561"/>
                <a:gd name="T2" fmla="*/ 69 w 77"/>
                <a:gd name="T3" fmla="*/ 70 h 561"/>
                <a:gd name="T4" fmla="*/ 60 w 77"/>
                <a:gd name="T5" fmla="*/ 141 h 561"/>
                <a:gd name="T6" fmla="*/ 42 w 77"/>
                <a:gd name="T7" fmla="*/ 281 h 561"/>
                <a:gd name="T8" fmla="*/ 21 w 77"/>
                <a:gd name="T9" fmla="*/ 422 h 561"/>
                <a:gd name="T10" fmla="*/ 10 w 77"/>
                <a:gd name="T11" fmla="*/ 491 h 561"/>
                <a:gd name="T12" fmla="*/ 0 w 77"/>
                <a:gd name="T13" fmla="*/ 561 h 561"/>
                <a:gd name="T14" fmla="*/ 8 w 77"/>
                <a:gd name="T15" fmla="*/ 491 h 561"/>
                <a:gd name="T16" fmla="*/ 17 w 77"/>
                <a:gd name="T17" fmla="*/ 420 h 561"/>
                <a:gd name="T18" fmla="*/ 35 w 77"/>
                <a:gd name="T19" fmla="*/ 281 h 561"/>
                <a:gd name="T20" fmla="*/ 56 w 77"/>
                <a:gd name="T21" fmla="*/ 141 h 561"/>
                <a:gd name="T22" fmla="*/ 67 w 77"/>
                <a:gd name="T23" fmla="*/ 70 h 561"/>
                <a:gd name="T24" fmla="*/ 77 w 77"/>
                <a:gd name="T25" fmla="*/ 0 h 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561">
                  <a:moveTo>
                    <a:pt x="77" y="0"/>
                  </a:moveTo>
                  <a:lnTo>
                    <a:pt x="69" y="70"/>
                  </a:lnTo>
                  <a:lnTo>
                    <a:pt x="60" y="141"/>
                  </a:lnTo>
                  <a:lnTo>
                    <a:pt x="42" y="281"/>
                  </a:lnTo>
                  <a:lnTo>
                    <a:pt x="21" y="422"/>
                  </a:lnTo>
                  <a:lnTo>
                    <a:pt x="10" y="491"/>
                  </a:lnTo>
                  <a:lnTo>
                    <a:pt x="0" y="561"/>
                  </a:lnTo>
                  <a:lnTo>
                    <a:pt x="8" y="491"/>
                  </a:lnTo>
                  <a:lnTo>
                    <a:pt x="17" y="420"/>
                  </a:lnTo>
                  <a:lnTo>
                    <a:pt x="35" y="281"/>
                  </a:lnTo>
                  <a:lnTo>
                    <a:pt x="56" y="141"/>
                  </a:lnTo>
                  <a:lnTo>
                    <a:pt x="67" y="70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B0D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14" name="iṣ1îḍe"/>
            <p:cNvSpPr/>
            <p:nvPr/>
          </p:nvSpPr>
          <p:spPr bwMode="auto">
            <a:xfrm>
              <a:off x="4839784" y="1686889"/>
              <a:ext cx="436799" cy="430026"/>
            </a:xfrm>
            <a:custGeom>
              <a:avLst/>
              <a:gdLst>
                <a:gd name="T0" fmla="*/ 55 w 62"/>
                <a:gd name="T1" fmla="*/ 33 h 61"/>
                <a:gd name="T2" fmla="*/ 55 w 62"/>
                <a:gd name="T3" fmla="*/ 24 h 61"/>
                <a:gd name="T4" fmla="*/ 43 w 62"/>
                <a:gd name="T5" fmla="*/ 12 h 61"/>
                <a:gd name="T6" fmla="*/ 33 w 62"/>
                <a:gd name="T7" fmla="*/ 18 h 61"/>
                <a:gd name="T8" fmla="*/ 39 w 62"/>
                <a:gd name="T9" fmla="*/ 6 h 61"/>
                <a:gd name="T10" fmla="*/ 27 w 62"/>
                <a:gd name="T11" fmla="*/ 0 h 61"/>
                <a:gd name="T12" fmla="*/ 27 w 62"/>
                <a:gd name="T13" fmla="*/ 0 h 61"/>
                <a:gd name="T14" fmla="*/ 27 w 62"/>
                <a:gd name="T15" fmla="*/ 0 h 61"/>
                <a:gd name="T16" fmla="*/ 17 w 62"/>
                <a:gd name="T17" fmla="*/ 9 h 61"/>
                <a:gd name="T18" fmla="*/ 25 w 62"/>
                <a:gd name="T19" fmla="*/ 18 h 61"/>
                <a:gd name="T20" fmla="*/ 15 w 62"/>
                <a:gd name="T21" fmla="*/ 15 h 61"/>
                <a:gd name="T22" fmla="*/ 5 w 62"/>
                <a:gd name="T23" fmla="*/ 30 h 61"/>
                <a:gd name="T24" fmla="*/ 8 w 62"/>
                <a:gd name="T25" fmla="*/ 39 h 61"/>
                <a:gd name="T26" fmla="*/ 11 w 62"/>
                <a:gd name="T27" fmla="*/ 56 h 61"/>
                <a:gd name="T28" fmla="*/ 33 w 62"/>
                <a:gd name="T29" fmla="*/ 49 h 61"/>
                <a:gd name="T30" fmla="*/ 33 w 62"/>
                <a:gd name="T31" fmla="*/ 49 h 61"/>
                <a:gd name="T32" fmla="*/ 33 w 62"/>
                <a:gd name="T33" fmla="*/ 49 h 61"/>
                <a:gd name="T34" fmla="*/ 55 w 62"/>
                <a:gd name="T35" fmla="*/ 51 h 61"/>
                <a:gd name="T36" fmla="*/ 55 w 62"/>
                <a:gd name="T37" fmla="*/ 3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" h="61">
                  <a:moveTo>
                    <a:pt x="55" y="33"/>
                  </a:moveTo>
                  <a:cubicBezTo>
                    <a:pt x="48" y="38"/>
                    <a:pt x="56" y="29"/>
                    <a:pt x="55" y="24"/>
                  </a:cubicBezTo>
                  <a:cubicBezTo>
                    <a:pt x="55" y="20"/>
                    <a:pt x="48" y="6"/>
                    <a:pt x="43" y="12"/>
                  </a:cubicBezTo>
                  <a:cubicBezTo>
                    <a:pt x="38" y="18"/>
                    <a:pt x="31" y="19"/>
                    <a:pt x="33" y="18"/>
                  </a:cubicBezTo>
                  <a:cubicBezTo>
                    <a:pt x="35" y="16"/>
                    <a:pt x="41" y="11"/>
                    <a:pt x="39" y="6"/>
                  </a:cubicBezTo>
                  <a:cubicBezTo>
                    <a:pt x="38" y="1"/>
                    <a:pt x="27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17" y="3"/>
                    <a:pt x="17" y="9"/>
                  </a:cubicBezTo>
                  <a:cubicBezTo>
                    <a:pt x="16" y="14"/>
                    <a:pt x="23" y="17"/>
                    <a:pt x="25" y="18"/>
                  </a:cubicBezTo>
                  <a:cubicBezTo>
                    <a:pt x="27" y="19"/>
                    <a:pt x="21" y="20"/>
                    <a:pt x="15" y="15"/>
                  </a:cubicBezTo>
                  <a:cubicBezTo>
                    <a:pt x="8" y="11"/>
                    <a:pt x="4" y="25"/>
                    <a:pt x="5" y="30"/>
                  </a:cubicBezTo>
                  <a:cubicBezTo>
                    <a:pt x="6" y="34"/>
                    <a:pt x="16" y="41"/>
                    <a:pt x="8" y="39"/>
                  </a:cubicBezTo>
                  <a:cubicBezTo>
                    <a:pt x="0" y="36"/>
                    <a:pt x="6" y="51"/>
                    <a:pt x="11" y="56"/>
                  </a:cubicBezTo>
                  <a:cubicBezTo>
                    <a:pt x="16" y="61"/>
                    <a:pt x="29" y="54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7" y="54"/>
                    <a:pt x="51" y="57"/>
                    <a:pt x="55" y="51"/>
                  </a:cubicBezTo>
                  <a:cubicBezTo>
                    <a:pt x="59" y="45"/>
                    <a:pt x="62" y="29"/>
                    <a:pt x="55" y="33"/>
                  </a:cubicBezTo>
                  <a:close/>
                </a:path>
              </a:pathLst>
            </a:custGeom>
            <a:solidFill>
              <a:srgbClr val="B0D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15" name="islîḍé"/>
            <p:cNvSpPr/>
            <p:nvPr/>
          </p:nvSpPr>
          <p:spPr bwMode="auto">
            <a:xfrm>
              <a:off x="5036174" y="1713977"/>
              <a:ext cx="253953" cy="2099337"/>
            </a:xfrm>
            <a:custGeom>
              <a:avLst/>
              <a:gdLst>
                <a:gd name="T0" fmla="*/ 0 w 36"/>
                <a:gd name="T1" fmla="*/ 0 h 298"/>
                <a:gd name="T2" fmla="*/ 10 w 36"/>
                <a:gd name="T3" fmla="*/ 74 h 298"/>
                <a:gd name="T4" fmla="*/ 19 w 36"/>
                <a:gd name="T5" fmla="*/ 149 h 298"/>
                <a:gd name="T6" fmla="*/ 28 w 36"/>
                <a:gd name="T7" fmla="*/ 223 h 298"/>
                <a:gd name="T8" fmla="*/ 36 w 36"/>
                <a:gd name="T9" fmla="*/ 298 h 298"/>
                <a:gd name="T10" fmla="*/ 26 w 36"/>
                <a:gd name="T11" fmla="*/ 224 h 298"/>
                <a:gd name="T12" fmla="*/ 17 w 36"/>
                <a:gd name="T13" fmla="*/ 149 h 298"/>
                <a:gd name="T14" fmla="*/ 8 w 36"/>
                <a:gd name="T15" fmla="*/ 74 h 298"/>
                <a:gd name="T16" fmla="*/ 0 w 36"/>
                <a:gd name="T1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98">
                  <a:moveTo>
                    <a:pt x="0" y="0"/>
                  </a:moveTo>
                  <a:cubicBezTo>
                    <a:pt x="3" y="25"/>
                    <a:pt x="7" y="49"/>
                    <a:pt x="10" y="74"/>
                  </a:cubicBezTo>
                  <a:cubicBezTo>
                    <a:pt x="19" y="149"/>
                    <a:pt x="19" y="149"/>
                    <a:pt x="19" y="149"/>
                  </a:cubicBezTo>
                  <a:cubicBezTo>
                    <a:pt x="28" y="223"/>
                    <a:pt x="28" y="223"/>
                    <a:pt x="28" y="223"/>
                  </a:cubicBezTo>
                  <a:cubicBezTo>
                    <a:pt x="31" y="248"/>
                    <a:pt x="33" y="273"/>
                    <a:pt x="36" y="298"/>
                  </a:cubicBezTo>
                  <a:cubicBezTo>
                    <a:pt x="33" y="273"/>
                    <a:pt x="29" y="249"/>
                    <a:pt x="26" y="224"/>
                  </a:cubicBezTo>
                  <a:cubicBezTo>
                    <a:pt x="17" y="149"/>
                    <a:pt x="17" y="149"/>
                    <a:pt x="17" y="149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5" y="50"/>
                    <a:pt x="2" y="25"/>
                    <a:pt x="0" y="0"/>
                  </a:cubicBezTo>
                  <a:close/>
                </a:path>
              </a:pathLst>
            </a:custGeom>
            <a:solidFill>
              <a:srgbClr val="B0D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16" name="íṡḻîḓê"/>
            <p:cNvSpPr/>
            <p:nvPr/>
          </p:nvSpPr>
          <p:spPr bwMode="auto">
            <a:xfrm>
              <a:off x="5777715" y="2171092"/>
              <a:ext cx="748313" cy="748313"/>
            </a:xfrm>
            <a:custGeom>
              <a:avLst/>
              <a:gdLst>
                <a:gd name="T0" fmla="*/ 92 w 106"/>
                <a:gd name="T1" fmla="*/ 69 h 106"/>
                <a:gd name="T2" fmla="*/ 98 w 106"/>
                <a:gd name="T3" fmla="*/ 54 h 106"/>
                <a:gd name="T4" fmla="*/ 84 w 106"/>
                <a:gd name="T5" fmla="*/ 28 h 106"/>
                <a:gd name="T6" fmla="*/ 65 w 106"/>
                <a:gd name="T7" fmla="*/ 31 h 106"/>
                <a:gd name="T8" fmla="*/ 81 w 106"/>
                <a:gd name="T9" fmla="*/ 16 h 106"/>
                <a:gd name="T10" fmla="*/ 64 w 106"/>
                <a:gd name="T11" fmla="*/ 0 h 106"/>
                <a:gd name="T12" fmla="*/ 64 w 106"/>
                <a:gd name="T13" fmla="*/ 0 h 106"/>
                <a:gd name="T14" fmla="*/ 64 w 106"/>
                <a:gd name="T15" fmla="*/ 0 h 106"/>
                <a:gd name="T16" fmla="*/ 42 w 106"/>
                <a:gd name="T17" fmla="*/ 8 h 106"/>
                <a:gd name="T18" fmla="*/ 51 w 106"/>
                <a:gd name="T19" fmla="*/ 29 h 106"/>
                <a:gd name="T20" fmla="*/ 35 w 106"/>
                <a:gd name="T21" fmla="*/ 17 h 106"/>
                <a:gd name="T22" fmla="*/ 12 w 106"/>
                <a:gd name="T23" fmla="*/ 36 h 106"/>
                <a:gd name="T24" fmla="*/ 11 w 106"/>
                <a:gd name="T25" fmla="*/ 52 h 106"/>
                <a:gd name="T26" fmla="*/ 8 w 106"/>
                <a:gd name="T27" fmla="*/ 82 h 106"/>
                <a:gd name="T28" fmla="*/ 47 w 106"/>
                <a:gd name="T29" fmla="*/ 83 h 106"/>
                <a:gd name="T30" fmla="*/ 47 w 106"/>
                <a:gd name="T31" fmla="*/ 83 h 106"/>
                <a:gd name="T32" fmla="*/ 47 w 106"/>
                <a:gd name="T33" fmla="*/ 83 h 106"/>
                <a:gd name="T34" fmla="*/ 83 w 106"/>
                <a:gd name="T35" fmla="*/ 98 h 106"/>
                <a:gd name="T36" fmla="*/ 92 w 106"/>
                <a:gd name="T37" fmla="*/ 69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6" h="106">
                  <a:moveTo>
                    <a:pt x="92" y="69"/>
                  </a:moveTo>
                  <a:cubicBezTo>
                    <a:pt x="78" y="73"/>
                    <a:pt x="96" y="62"/>
                    <a:pt x="98" y="54"/>
                  </a:cubicBezTo>
                  <a:cubicBezTo>
                    <a:pt x="100" y="46"/>
                    <a:pt x="96" y="21"/>
                    <a:pt x="84" y="28"/>
                  </a:cubicBezTo>
                  <a:cubicBezTo>
                    <a:pt x="72" y="34"/>
                    <a:pt x="61" y="33"/>
                    <a:pt x="65" y="31"/>
                  </a:cubicBezTo>
                  <a:cubicBezTo>
                    <a:pt x="68" y="30"/>
                    <a:pt x="81" y="25"/>
                    <a:pt x="81" y="16"/>
                  </a:cubicBezTo>
                  <a:cubicBezTo>
                    <a:pt x="81" y="7"/>
                    <a:pt x="64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0"/>
                    <a:pt x="46" y="0"/>
                    <a:pt x="42" y="8"/>
                  </a:cubicBezTo>
                  <a:cubicBezTo>
                    <a:pt x="39" y="16"/>
                    <a:pt x="48" y="26"/>
                    <a:pt x="51" y="29"/>
                  </a:cubicBezTo>
                  <a:cubicBezTo>
                    <a:pt x="54" y="31"/>
                    <a:pt x="44" y="28"/>
                    <a:pt x="35" y="17"/>
                  </a:cubicBezTo>
                  <a:cubicBezTo>
                    <a:pt x="27" y="7"/>
                    <a:pt x="13" y="28"/>
                    <a:pt x="12" y="36"/>
                  </a:cubicBezTo>
                  <a:cubicBezTo>
                    <a:pt x="10" y="44"/>
                    <a:pt x="23" y="61"/>
                    <a:pt x="11" y="52"/>
                  </a:cubicBezTo>
                  <a:cubicBezTo>
                    <a:pt x="0" y="43"/>
                    <a:pt x="3" y="71"/>
                    <a:pt x="8" y="82"/>
                  </a:cubicBezTo>
                  <a:cubicBezTo>
                    <a:pt x="14" y="94"/>
                    <a:pt x="38" y="90"/>
                    <a:pt x="47" y="83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47" y="83"/>
                    <a:pt x="47" y="83"/>
                    <a:pt x="47" y="83"/>
                  </a:cubicBezTo>
                  <a:cubicBezTo>
                    <a:pt x="52" y="93"/>
                    <a:pt x="73" y="106"/>
                    <a:pt x="83" y="98"/>
                  </a:cubicBezTo>
                  <a:cubicBezTo>
                    <a:pt x="92" y="90"/>
                    <a:pt x="106" y="65"/>
                    <a:pt x="92" y="69"/>
                  </a:cubicBezTo>
                  <a:close/>
                </a:path>
              </a:pathLst>
            </a:custGeom>
            <a:solidFill>
              <a:srgbClr val="B0D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17" name="iśľíďé"/>
            <p:cNvSpPr/>
            <p:nvPr/>
          </p:nvSpPr>
          <p:spPr bwMode="auto">
            <a:xfrm>
              <a:off x="5875908" y="2262513"/>
              <a:ext cx="338603" cy="1584661"/>
            </a:xfrm>
            <a:custGeom>
              <a:avLst/>
              <a:gdLst>
                <a:gd name="T0" fmla="*/ 100 w 100"/>
                <a:gd name="T1" fmla="*/ 0 h 468"/>
                <a:gd name="T2" fmla="*/ 88 w 100"/>
                <a:gd name="T3" fmla="*/ 58 h 468"/>
                <a:gd name="T4" fmla="*/ 77 w 100"/>
                <a:gd name="T5" fmla="*/ 117 h 468"/>
                <a:gd name="T6" fmla="*/ 52 w 100"/>
                <a:gd name="T7" fmla="*/ 235 h 468"/>
                <a:gd name="T8" fmla="*/ 27 w 100"/>
                <a:gd name="T9" fmla="*/ 352 h 468"/>
                <a:gd name="T10" fmla="*/ 15 w 100"/>
                <a:gd name="T11" fmla="*/ 410 h 468"/>
                <a:gd name="T12" fmla="*/ 0 w 100"/>
                <a:gd name="T13" fmla="*/ 468 h 468"/>
                <a:gd name="T14" fmla="*/ 13 w 100"/>
                <a:gd name="T15" fmla="*/ 410 h 468"/>
                <a:gd name="T16" fmla="*/ 23 w 100"/>
                <a:gd name="T17" fmla="*/ 352 h 468"/>
                <a:gd name="T18" fmla="*/ 48 w 100"/>
                <a:gd name="T19" fmla="*/ 233 h 468"/>
                <a:gd name="T20" fmla="*/ 73 w 100"/>
                <a:gd name="T21" fmla="*/ 117 h 468"/>
                <a:gd name="T22" fmla="*/ 86 w 100"/>
                <a:gd name="T23" fmla="*/ 58 h 468"/>
                <a:gd name="T24" fmla="*/ 100 w 100"/>
                <a:gd name="T25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468">
                  <a:moveTo>
                    <a:pt x="100" y="0"/>
                  </a:moveTo>
                  <a:lnTo>
                    <a:pt x="88" y="58"/>
                  </a:lnTo>
                  <a:lnTo>
                    <a:pt x="77" y="117"/>
                  </a:lnTo>
                  <a:lnTo>
                    <a:pt x="52" y="235"/>
                  </a:lnTo>
                  <a:lnTo>
                    <a:pt x="27" y="352"/>
                  </a:lnTo>
                  <a:lnTo>
                    <a:pt x="15" y="410"/>
                  </a:lnTo>
                  <a:lnTo>
                    <a:pt x="0" y="468"/>
                  </a:lnTo>
                  <a:lnTo>
                    <a:pt x="13" y="410"/>
                  </a:lnTo>
                  <a:lnTo>
                    <a:pt x="23" y="352"/>
                  </a:lnTo>
                  <a:lnTo>
                    <a:pt x="48" y="233"/>
                  </a:lnTo>
                  <a:lnTo>
                    <a:pt x="73" y="117"/>
                  </a:lnTo>
                  <a:lnTo>
                    <a:pt x="86" y="58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B0D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18" name="îşḷïdè"/>
            <p:cNvSpPr/>
            <p:nvPr/>
          </p:nvSpPr>
          <p:spPr bwMode="auto">
            <a:xfrm>
              <a:off x="3322844" y="4686908"/>
              <a:ext cx="1686241" cy="1083529"/>
            </a:xfrm>
            <a:custGeom>
              <a:avLst/>
              <a:gdLst>
                <a:gd name="T0" fmla="*/ 498 w 498"/>
                <a:gd name="T1" fmla="*/ 320 h 320"/>
                <a:gd name="T2" fmla="*/ 498 w 498"/>
                <a:gd name="T3" fmla="*/ 297 h 320"/>
                <a:gd name="T4" fmla="*/ 0 w 498"/>
                <a:gd name="T5" fmla="*/ 0 h 320"/>
                <a:gd name="T6" fmla="*/ 0 w 498"/>
                <a:gd name="T7" fmla="*/ 23 h 320"/>
                <a:gd name="T8" fmla="*/ 498 w 498"/>
                <a:gd name="T9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8" h="320">
                  <a:moveTo>
                    <a:pt x="498" y="320"/>
                  </a:moveTo>
                  <a:lnTo>
                    <a:pt x="498" y="297"/>
                  </a:lnTo>
                  <a:lnTo>
                    <a:pt x="0" y="0"/>
                  </a:lnTo>
                  <a:lnTo>
                    <a:pt x="0" y="23"/>
                  </a:lnTo>
                  <a:lnTo>
                    <a:pt x="498" y="320"/>
                  </a:lnTo>
                  <a:close/>
                </a:path>
              </a:pathLst>
            </a:custGeom>
            <a:solidFill>
              <a:srgbClr val="9BC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19" name="íŝ1ídè"/>
            <p:cNvSpPr/>
            <p:nvPr/>
          </p:nvSpPr>
          <p:spPr bwMode="auto">
            <a:xfrm>
              <a:off x="5009085" y="3474711"/>
              <a:ext cx="3860071" cy="2295726"/>
            </a:xfrm>
            <a:custGeom>
              <a:avLst/>
              <a:gdLst>
                <a:gd name="T0" fmla="*/ 1140 w 1140"/>
                <a:gd name="T1" fmla="*/ 0 h 678"/>
                <a:gd name="T2" fmla="*/ 1140 w 1140"/>
                <a:gd name="T3" fmla="*/ 23 h 678"/>
                <a:gd name="T4" fmla="*/ 0 w 1140"/>
                <a:gd name="T5" fmla="*/ 678 h 678"/>
                <a:gd name="T6" fmla="*/ 0 w 1140"/>
                <a:gd name="T7" fmla="*/ 655 h 678"/>
                <a:gd name="T8" fmla="*/ 1140 w 1140"/>
                <a:gd name="T9" fmla="*/ 0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0" h="678">
                  <a:moveTo>
                    <a:pt x="1140" y="0"/>
                  </a:moveTo>
                  <a:lnTo>
                    <a:pt x="1140" y="23"/>
                  </a:lnTo>
                  <a:lnTo>
                    <a:pt x="0" y="678"/>
                  </a:lnTo>
                  <a:lnTo>
                    <a:pt x="0" y="655"/>
                  </a:lnTo>
                  <a:lnTo>
                    <a:pt x="1140" y="0"/>
                  </a:lnTo>
                  <a:close/>
                </a:path>
              </a:pathLst>
            </a:custGeom>
            <a:solidFill>
              <a:srgbClr val="B0D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0" name="ïṣ1idê"/>
            <p:cNvSpPr/>
            <p:nvPr/>
          </p:nvSpPr>
          <p:spPr bwMode="auto">
            <a:xfrm>
              <a:off x="3322844" y="2469062"/>
              <a:ext cx="5546312" cy="3223498"/>
            </a:xfrm>
            <a:custGeom>
              <a:avLst/>
              <a:gdLst>
                <a:gd name="T0" fmla="*/ 1140 w 1638"/>
                <a:gd name="T1" fmla="*/ 0 h 952"/>
                <a:gd name="T2" fmla="*/ 0 w 1638"/>
                <a:gd name="T3" fmla="*/ 655 h 952"/>
                <a:gd name="T4" fmla="*/ 498 w 1638"/>
                <a:gd name="T5" fmla="*/ 952 h 952"/>
                <a:gd name="T6" fmla="*/ 1638 w 1638"/>
                <a:gd name="T7" fmla="*/ 297 h 952"/>
                <a:gd name="T8" fmla="*/ 1140 w 1638"/>
                <a:gd name="T9" fmla="*/ 0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8" h="952">
                  <a:moveTo>
                    <a:pt x="1140" y="0"/>
                  </a:moveTo>
                  <a:lnTo>
                    <a:pt x="0" y="655"/>
                  </a:lnTo>
                  <a:lnTo>
                    <a:pt x="498" y="952"/>
                  </a:lnTo>
                  <a:lnTo>
                    <a:pt x="1638" y="297"/>
                  </a:lnTo>
                  <a:lnTo>
                    <a:pt x="1140" y="0"/>
                  </a:lnTo>
                  <a:close/>
                </a:path>
              </a:pathLst>
            </a:custGeom>
            <a:gradFill>
              <a:gsLst>
                <a:gs pos="0">
                  <a:sysClr val="window" lastClr="FFFFFF"/>
                </a:gs>
                <a:gs pos="100000">
                  <a:srgbClr val="DBEAFF"/>
                </a:gs>
              </a:gsLst>
              <a:lin ang="0" scaled="0"/>
            </a:gradFill>
            <a:ln>
              <a:noFill/>
            </a:ln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1" name="îṥ1íḋè"/>
            <p:cNvSpPr/>
            <p:nvPr/>
          </p:nvSpPr>
          <p:spPr bwMode="auto">
            <a:xfrm>
              <a:off x="4995541" y="2763645"/>
              <a:ext cx="1164793" cy="900683"/>
            </a:xfrm>
            <a:custGeom>
              <a:avLst/>
              <a:gdLst>
                <a:gd name="T0" fmla="*/ 33 w 165"/>
                <a:gd name="T1" fmla="*/ 5 h 128"/>
                <a:gd name="T2" fmla="*/ 80 w 165"/>
                <a:gd name="T3" fmla="*/ 71 h 128"/>
                <a:gd name="T4" fmla="*/ 165 w 165"/>
                <a:gd name="T5" fmla="*/ 109 h 128"/>
                <a:gd name="T6" fmla="*/ 133 w 165"/>
                <a:gd name="T7" fmla="*/ 128 h 128"/>
                <a:gd name="T8" fmla="*/ 61 w 165"/>
                <a:gd name="T9" fmla="*/ 94 h 128"/>
                <a:gd name="T10" fmla="*/ 12 w 165"/>
                <a:gd name="T11" fmla="*/ 41 h 128"/>
                <a:gd name="T12" fmla="*/ 0 w 165"/>
                <a:gd name="T13" fmla="*/ 16 h 128"/>
                <a:gd name="T14" fmla="*/ 17 w 165"/>
                <a:gd name="T15" fmla="*/ 0 h 128"/>
                <a:gd name="T16" fmla="*/ 33 w 165"/>
                <a:gd name="T17" fmla="*/ 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5" h="128">
                  <a:moveTo>
                    <a:pt x="33" y="5"/>
                  </a:moveTo>
                  <a:cubicBezTo>
                    <a:pt x="33" y="5"/>
                    <a:pt x="69" y="57"/>
                    <a:pt x="80" y="71"/>
                  </a:cubicBezTo>
                  <a:cubicBezTo>
                    <a:pt x="91" y="84"/>
                    <a:pt x="165" y="109"/>
                    <a:pt x="165" y="109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3" y="128"/>
                    <a:pt x="78" y="103"/>
                    <a:pt x="61" y="94"/>
                  </a:cubicBezTo>
                  <a:cubicBezTo>
                    <a:pt x="45" y="85"/>
                    <a:pt x="12" y="41"/>
                    <a:pt x="12" y="4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33" y="5"/>
                  </a:lnTo>
                  <a:close/>
                </a:path>
              </a:pathLst>
            </a:custGeom>
            <a:solidFill>
              <a:srgbClr val="FED4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2" name="îṡļîḓé"/>
            <p:cNvSpPr/>
            <p:nvPr/>
          </p:nvSpPr>
          <p:spPr bwMode="auto">
            <a:xfrm>
              <a:off x="4995541" y="2763645"/>
              <a:ext cx="233637" cy="423254"/>
            </a:xfrm>
            <a:custGeom>
              <a:avLst/>
              <a:gdLst>
                <a:gd name="T0" fmla="*/ 17 w 33"/>
                <a:gd name="T1" fmla="*/ 0 h 60"/>
                <a:gd name="T2" fmla="*/ 0 w 33"/>
                <a:gd name="T3" fmla="*/ 16 h 60"/>
                <a:gd name="T4" fmla="*/ 12 w 33"/>
                <a:gd name="T5" fmla="*/ 41 h 60"/>
                <a:gd name="T6" fmla="*/ 27 w 33"/>
                <a:gd name="T7" fmla="*/ 60 h 60"/>
                <a:gd name="T8" fmla="*/ 33 w 33"/>
                <a:gd name="T9" fmla="*/ 5 h 60"/>
                <a:gd name="T10" fmla="*/ 17 w 33"/>
                <a:gd name="T11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60">
                  <a:moveTo>
                    <a:pt x="17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2" y="41"/>
                    <a:pt x="18" y="50"/>
                    <a:pt x="27" y="60"/>
                  </a:cubicBezTo>
                  <a:cubicBezTo>
                    <a:pt x="13" y="29"/>
                    <a:pt x="33" y="5"/>
                    <a:pt x="33" y="5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rgbClr val="FFA9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3" name="íŝḷíďè"/>
            <p:cNvSpPr/>
            <p:nvPr/>
          </p:nvSpPr>
          <p:spPr bwMode="auto">
            <a:xfrm>
              <a:off x="4877031" y="3376517"/>
              <a:ext cx="1855543" cy="1103845"/>
            </a:xfrm>
            <a:custGeom>
              <a:avLst/>
              <a:gdLst>
                <a:gd name="T0" fmla="*/ 366 w 548"/>
                <a:gd name="T1" fmla="*/ 0 h 326"/>
                <a:gd name="T2" fmla="*/ 0 w 548"/>
                <a:gd name="T3" fmla="*/ 210 h 326"/>
                <a:gd name="T4" fmla="*/ 2 w 548"/>
                <a:gd name="T5" fmla="*/ 210 h 326"/>
                <a:gd name="T6" fmla="*/ 2 w 548"/>
                <a:gd name="T7" fmla="*/ 227 h 326"/>
                <a:gd name="T8" fmla="*/ 168 w 548"/>
                <a:gd name="T9" fmla="*/ 326 h 326"/>
                <a:gd name="T10" fmla="*/ 548 w 548"/>
                <a:gd name="T11" fmla="*/ 110 h 326"/>
                <a:gd name="T12" fmla="*/ 366 w 548"/>
                <a:gd name="T13" fmla="*/ 0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8" h="326">
                  <a:moveTo>
                    <a:pt x="366" y="0"/>
                  </a:moveTo>
                  <a:lnTo>
                    <a:pt x="0" y="210"/>
                  </a:lnTo>
                  <a:lnTo>
                    <a:pt x="2" y="210"/>
                  </a:lnTo>
                  <a:lnTo>
                    <a:pt x="2" y="227"/>
                  </a:lnTo>
                  <a:lnTo>
                    <a:pt x="168" y="326"/>
                  </a:lnTo>
                  <a:lnTo>
                    <a:pt x="548" y="110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rgbClr val="294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4" name="ís1ïdé"/>
            <p:cNvSpPr/>
            <p:nvPr/>
          </p:nvSpPr>
          <p:spPr bwMode="auto">
            <a:xfrm>
              <a:off x="4050841" y="1185757"/>
              <a:ext cx="995492" cy="958247"/>
            </a:xfrm>
            <a:custGeom>
              <a:avLst/>
              <a:gdLst>
                <a:gd name="T0" fmla="*/ 45 w 141"/>
                <a:gd name="T1" fmla="*/ 136 h 136"/>
                <a:gd name="T2" fmla="*/ 7 w 141"/>
                <a:gd name="T3" fmla="*/ 82 h 136"/>
                <a:gd name="T4" fmla="*/ 39 w 141"/>
                <a:gd name="T5" fmla="*/ 19 h 136"/>
                <a:gd name="T6" fmla="*/ 86 w 141"/>
                <a:gd name="T7" fmla="*/ 10 h 136"/>
                <a:gd name="T8" fmla="*/ 128 w 141"/>
                <a:gd name="T9" fmla="*/ 0 h 136"/>
                <a:gd name="T10" fmla="*/ 109 w 141"/>
                <a:gd name="T11" fmla="*/ 63 h 136"/>
                <a:gd name="T12" fmla="*/ 53 w 141"/>
                <a:gd name="T13" fmla="*/ 93 h 136"/>
                <a:gd name="T14" fmla="*/ 54 w 141"/>
                <a:gd name="T15" fmla="*/ 111 h 136"/>
                <a:gd name="T16" fmla="*/ 45 w 141"/>
                <a:gd name="T17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136">
                  <a:moveTo>
                    <a:pt x="45" y="136"/>
                  </a:moveTo>
                  <a:cubicBezTo>
                    <a:pt x="45" y="136"/>
                    <a:pt x="15" y="123"/>
                    <a:pt x="7" y="82"/>
                  </a:cubicBezTo>
                  <a:cubicBezTo>
                    <a:pt x="0" y="41"/>
                    <a:pt x="22" y="19"/>
                    <a:pt x="39" y="19"/>
                  </a:cubicBezTo>
                  <a:cubicBezTo>
                    <a:pt x="39" y="19"/>
                    <a:pt x="52" y="2"/>
                    <a:pt x="86" y="10"/>
                  </a:cubicBezTo>
                  <a:cubicBezTo>
                    <a:pt x="120" y="19"/>
                    <a:pt x="121" y="0"/>
                    <a:pt x="128" y="0"/>
                  </a:cubicBezTo>
                  <a:cubicBezTo>
                    <a:pt x="135" y="0"/>
                    <a:pt x="141" y="49"/>
                    <a:pt x="109" y="6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3" y="93"/>
                    <a:pt x="53" y="106"/>
                    <a:pt x="54" y="111"/>
                  </a:cubicBezTo>
                  <a:cubicBezTo>
                    <a:pt x="55" y="116"/>
                    <a:pt x="45" y="136"/>
                    <a:pt x="45" y="136"/>
                  </a:cubicBezTo>
                  <a:close/>
                </a:path>
              </a:pathLst>
            </a:custGeom>
            <a:solidFill>
              <a:srgbClr val="294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5" name="íšlîḑe"/>
            <p:cNvSpPr/>
            <p:nvPr/>
          </p:nvSpPr>
          <p:spPr bwMode="auto">
            <a:xfrm>
              <a:off x="4084701" y="1321198"/>
              <a:ext cx="910842" cy="822806"/>
            </a:xfrm>
            <a:custGeom>
              <a:avLst/>
              <a:gdLst>
                <a:gd name="T0" fmla="*/ 129 w 129"/>
                <a:gd name="T1" fmla="*/ 0 h 117"/>
                <a:gd name="T2" fmla="*/ 129 w 129"/>
                <a:gd name="T3" fmla="*/ 0 h 117"/>
                <a:gd name="T4" fmla="*/ 102 w 129"/>
                <a:gd name="T5" fmla="*/ 32 h 117"/>
                <a:gd name="T6" fmla="*/ 80 w 129"/>
                <a:gd name="T7" fmla="*/ 25 h 117"/>
                <a:gd name="T8" fmla="*/ 10 w 129"/>
                <a:gd name="T9" fmla="*/ 42 h 117"/>
                <a:gd name="T10" fmla="*/ 5 w 129"/>
                <a:gd name="T11" fmla="*/ 25 h 117"/>
                <a:gd name="T12" fmla="*/ 2 w 129"/>
                <a:gd name="T13" fmla="*/ 63 h 117"/>
                <a:gd name="T14" fmla="*/ 40 w 129"/>
                <a:gd name="T15" fmla="*/ 117 h 117"/>
                <a:gd name="T16" fmla="*/ 49 w 129"/>
                <a:gd name="T17" fmla="*/ 92 h 117"/>
                <a:gd name="T18" fmla="*/ 48 w 129"/>
                <a:gd name="T19" fmla="*/ 74 h 117"/>
                <a:gd name="T20" fmla="*/ 104 w 129"/>
                <a:gd name="T21" fmla="*/ 44 h 117"/>
                <a:gd name="T22" fmla="*/ 129 w 129"/>
                <a:gd name="T2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9" h="117">
                  <a:moveTo>
                    <a:pt x="129" y="0"/>
                  </a:moveTo>
                  <a:cubicBezTo>
                    <a:pt x="129" y="0"/>
                    <a:pt x="129" y="0"/>
                    <a:pt x="129" y="0"/>
                  </a:cubicBezTo>
                  <a:cubicBezTo>
                    <a:pt x="127" y="7"/>
                    <a:pt x="117" y="28"/>
                    <a:pt x="102" y="32"/>
                  </a:cubicBezTo>
                  <a:cubicBezTo>
                    <a:pt x="87" y="35"/>
                    <a:pt x="80" y="25"/>
                    <a:pt x="80" y="25"/>
                  </a:cubicBezTo>
                  <a:cubicBezTo>
                    <a:pt x="57" y="51"/>
                    <a:pt x="16" y="48"/>
                    <a:pt x="10" y="42"/>
                  </a:cubicBezTo>
                  <a:cubicBezTo>
                    <a:pt x="3" y="36"/>
                    <a:pt x="5" y="26"/>
                    <a:pt x="5" y="25"/>
                  </a:cubicBezTo>
                  <a:cubicBezTo>
                    <a:pt x="1" y="35"/>
                    <a:pt x="0" y="48"/>
                    <a:pt x="2" y="63"/>
                  </a:cubicBezTo>
                  <a:cubicBezTo>
                    <a:pt x="10" y="104"/>
                    <a:pt x="40" y="117"/>
                    <a:pt x="40" y="117"/>
                  </a:cubicBezTo>
                  <a:cubicBezTo>
                    <a:pt x="40" y="117"/>
                    <a:pt x="50" y="97"/>
                    <a:pt x="49" y="92"/>
                  </a:cubicBezTo>
                  <a:cubicBezTo>
                    <a:pt x="48" y="87"/>
                    <a:pt x="48" y="74"/>
                    <a:pt x="48" y="7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23" y="36"/>
                    <a:pt x="129" y="15"/>
                    <a:pt x="129" y="0"/>
                  </a:cubicBezTo>
                  <a:close/>
                </a:path>
              </a:pathLst>
            </a:custGeom>
            <a:solidFill>
              <a:srgbClr val="1721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6" name="ïşlîḓè"/>
            <p:cNvSpPr/>
            <p:nvPr/>
          </p:nvSpPr>
          <p:spPr bwMode="auto">
            <a:xfrm>
              <a:off x="3803660" y="2184636"/>
              <a:ext cx="1296849" cy="1930035"/>
            </a:xfrm>
            <a:custGeom>
              <a:avLst/>
              <a:gdLst>
                <a:gd name="T0" fmla="*/ 35 w 184"/>
                <a:gd name="T1" fmla="*/ 131 h 274"/>
                <a:gd name="T2" fmla="*/ 71 w 184"/>
                <a:gd name="T3" fmla="*/ 274 h 274"/>
                <a:gd name="T4" fmla="*/ 73 w 184"/>
                <a:gd name="T5" fmla="*/ 274 h 274"/>
                <a:gd name="T6" fmla="*/ 182 w 184"/>
                <a:gd name="T7" fmla="*/ 211 h 274"/>
                <a:gd name="T8" fmla="*/ 177 w 184"/>
                <a:gd name="T9" fmla="*/ 88 h 274"/>
                <a:gd name="T10" fmla="*/ 151 w 184"/>
                <a:gd name="T11" fmla="*/ 10 h 274"/>
                <a:gd name="T12" fmla="*/ 79 w 184"/>
                <a:gd name="T13" fmla="*/ 5 h 274"/>
                <a:gd name="T14" fmla="*/ 13 w 184"/>
                <a:gd name="T15" fmla="*/ 59 h 274"/>
                <a:gd name="T16" fmla="*/ 0 w 184"/>
                <a:gd name="T17" fmla="*/ 126 h 274"/>
                <a:gd name="T18" fmla="*/ 35 w 184"/>
                <a:gd name="T19" fmla="*/ 131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4" h="274">
                  <a:moveTo>
                    <a:pt x="35" y="131"/>
                  </a:moveTo>
                  <a:cubicBezTo>
                    <a:pt x="35" y="131"/>
                    <a:pt x="68" y="228"/>
                    <a:pt x="71" y="274"/>
                  </a:cubicBezTo>
                  <a:cubicBezTo>
                    <a:pt x="71" y="274"/>
                    <a:pt x="72" y="274"/>
                    <a:pt x="73" y="274"/>
                  </a:cubicBezTo>
                  <a:cubicBezTo>
                    <a:pt x="182" y="211"/>
                    <a:pt x="182" y="211"/>
                    <a:pt x="182" y="211"/>
                  </a:cubicBezTo>
                  <a:cubicBezTo>
                    <a:pt x="183" y="186"/>
                    <a:pt x="184" y="133"/>
                    <a:pt x="177" y="88"/>
                  </a:cubicBezTo>
                  <a:cubicBezTo>
                    <a:pt x="173" y="54"/>
                    <a:pt x="168" y="20"/>
                    <a:pt x="151" y="10"/>
                  </a:cubicBezTo>
                  <a:cubicBezTo>
                    <a:pt x="133" y="0"/>
                    <a:pt x="79" y="5"/>
                    <a:pt x="79" y="5"/>
                  </a:cubicBezTo>
                  <a:cubicBezTo>
                    <a:pt x="79" y="5"/>
                    <a:pt x="23" y="36"/>
                    <a:pt x="13" y="59"/>
                  </a:cubicBezTo>
                  <a:cubicBezTo>
                    <a:pt x="13" y="59"/>
                    <a:pt x="2" y="82"/>
                    <a:pt x="0" y="126"/>
                  </a:cubicBezTo>
                  <a:cubicBezTo>
                    <a:pt x="0" y="126"/>
                    <a:pt x="30" y="132"/>
                    <a:pt x="35" y="131"/>
                  </a:cubicBezTo>
                  <a:close/>
                </a:path>
              </a:pathLst>
            </a:custGeom>
            <a:solidFill>
              <a:srgbClr val="FA32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7" name="îṩḷíḍé"/>
            <p:cNvSpPr/>
            <p:nvPr/>
          </p:nvSpPr>
          <p:spPr bwMode="auto">
            <a:xfrm>
              <a:off x="4050841" y="3109020"/>
              <a:ext cx="1036124" cy="1005651"/>
            </a:xfrm>
            <a:custGeom>
              <a:avLst/>
              <a:gdLst>
                <a:gd name="T0" fmla="*/ 44 w 147"/>
                <a:gd name="T1" fmla="*/ 82 h 143"/>
                <a:gd name="T2" fmla="*/ 0 w 147"/>
                <a:gd name="T3" fmla="*/ 0 h 143"/>
                <a:gd name="T4" fmla="*/ 0 w 147"/>
                <a:gd name="T5" fmla="*/ 0 h 143"/>
                <a:gd name="T6" fmla="*/ 36 w 147"/>
                <a:gd name="T7" fmla="*/ 143 h 143"/>
                <a:gd name="T8" fmla="*/ 38 w 147"/>
                <a:gd name="T9" fmla="*/ 143 h 143"/>
                <a:gd name="T10" fmla="*/ 147 w 147"/>
                <a:gd name="T11" fmla="*/ 80 h 143"/>
                <a:gd name="T12" fmla="*/ 44 w 147"/>
                <a:gd name="T13" fmla="*/ 82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" h="143">
                  <a:moveTo>
                    <a:pt x="44" y="82"/>
                  </a:moveTo>
                  <a:cubicBezTo>
                    <a:pt x="27" y="68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33" y="97"/>
                    <a:pt x="36" y="143"/>
                  </a:cubicBezTo>
                  <a:cubicBezTo>
                    <a:pt x="36" y="143"/>
                    <a:pt x="37" y="143"/>
                    <a:pt x="38" y="143"/>
                  </a:cubicBezTo>
                  <a:cubicBezTo>
                    <a:pt x="147" y="80"/>
                    <a:pt x="147" y="80"/>
                    <a:pt x="147" y="80"/>
                  </a:cubicBezTo>
                  <a:cubicBezTo>
                    <a:pt x="147" y="80"/>
                    <a:pt x="60" y="96"/>
                    <a:pt x="44" y="82"/>
                  </a:cubicBezTo>
                  <a:close/>
                </a:path>
              </a:pathLst>
            </a:custGeom>
            <a:solidFill>
              <a:srgbClr val="DD12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8" name="ïşḻídè"/>
            <p:cNvSpPr/>
            <p:nvPr/>
          </p:nvSpPr>
          <p:spPr bwMode="auto">
            <a:xfrm>
              <a:off x="3803660" y="2215109"/>
              <a:ext cx="944703" cy="887139"/>
            </a:xfrm>
            <a:custGeom>
              <a:avLst/>
              <a:gdLst>
                <a:gd name="T0" fmla="*/ 118 w 134"/>
                <a:gd name="T1" fmla="*/ 38 h 126"/>
                <a:gd name="T2" fmla="*/ 109 w 134"/>
                <a:gd name="T3" fmla="*/ 0 h 126"/>
                <a:gd name="T4" fmla="*/ 79 w 134"/>
                <a:gd name="T5" fmla="*/ 1 h 126"/>
                <a:gd name="T6" fmla="*/ 13 w 134"/>
                <a:gd name="T7" fmla="*/ 55 h 126"/>
                <a:gd name="T8" fmla="*/ 0 w 134"/>
                <a:gd name="T9" fmla="*/ 122 h 126"/>
                <a:gd name="T10" fmla="*/ 22 w 134"/>
                <a:gd name="T11" fmla="*/ 126 h 126"/>
                <a:gd name="T12" fmla="*/ 36 w 134"/>
                <a:gd name="T13" fmla="*/ 48 h 126"/>
                <a:gd name="T14" fmla="*/ 76 w 134"/>
                <a:gd name="T15" fmla="*/ 18 h 126"/>
                <a:gd name="T16" fmla="*/ 118 w 134"/>
                <a:gd name="T17" fmla="*/ 38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126">
                  <a:moveTo>
                    <a:pt x="118" y="38"/>
                  </a:moveTo>
                  <a:cubicBezTo>
                    <a:pt x="134" y="31"/>
                    <a:pt x="121" y="12"/>
                    <a:pt x="109" y="0"/>
                  </a:cubicBezTo>
                  <a:cubicBezTo>
                    <a:pt x="93" y="0"/>
                    <a:pt x="79" y="1"/>
                    <a:pt x="79" y="1"/>
                  </a:cubicBezTo>
                  <a:cubicBezTo>
                    <a:pt x="79" y="1"/>
                    <a:pt x="23" y="32"/>
                    <a:pt x="13" y="55"/>
                  </a:cubicBezTo>
                  <a:cubicBezTo>
                    <a:pt x="13" y="55"/>
                    <a:pt x="2" y="78"/>
                    <a:pt x="0" y="122"/>
                  </a:cubicBezTo>
                  <a:cubicBezTo>
                    <a:pt x="0" y="122"/>
                    <a:pt x="12" y="125"/>
                    <a:pt x="22" y="126"/>
                  </a:cubicBezTo>
                  <a:cubicBezTo>
                    <a:pt x="22" y="126"/>
                    <a:pt x="26" y="67"/>
                    <a:pt x="36" y="48"/>
                  </a:cubicBezTo>
                  <a:cubicBezTo>
                    <a:pt x="47" y="29"/>
                    <a:pt x="76" y="18"/>
                    <a:pt x="76" y="18"/>
                  </a:cubicBezTo>
                  <a:cubicBezTo>
                    <a:pt x="76" y="18"/>
                    <a:pt x="92" y="50"/>
                    <a:pt x="118" y="38"/>
                  </a:cubicBezTo>
                  <a:close/>
                </a:path>
              </a:pathLst>
            </a:custGeom>
            <a:solidFill>
              <a:srgbClr val="DD12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9" name="îṥḷïďê"/>
            <p:cNvSpPr/>
            <p:nvPr/>
          </p:nvSpPr>
          <p:spPr bwMode="auto">
            <a:xfrm>
              <a:off x="4358968" y="2045808"/>
              <a:ext cx="423254" cy="497747"/>
            </a:xfrm>
            <a:custGeom>
              <a:avLst/>
              <a:gdLst>
                <a:gd name="T0" fmla="*/ 39 w 60"/>
                <a:gd name="T1" fmla="*/ 62 h 71"/>
                <a:gd name="T2" fmla="*/ 44 w 60"/>
                <a:gd name="T3" fmla="*/ 21 h 71"/>
                <a:gd name="T4" fmla="*/ 43 w 60"/>
                <a:gd name="T5" fmla="*/ 7 h 71"/>
                <a:gd name="T6" fmla="*/ 2 w 60"/>
                <a:gd name="T7" fmla="*/ 0 h 71"/>
                <a:gd name="T8" fmla="*/ 0 w 60"/>
                <a:gd name="T9" fmla="*/ 25 h 71"/>
                <a:gd name="T10" fmla="*/ 39 w 60"/>
                <a:gd name="T11" fmla="*/ 6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71">
                  <a:moveTo>
                    <a:pt x="39" y="62"/>
                  </a:moveTo>
                  <a:cubicBezTo>
                    <a:pt x="60" y="54"/>
                    <a:pt x="44" y="21"/>
                    <a:pt x="44" y="21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" y="38"/>
                    <a:pt x="17" y="71"/>
                    <a:pt x="39" y="62"/>
                  </a:cubicBezTo>
                  <a:close/>
                </a:path>
              </a:pathLst>
            </a:custGeom>
            <a:solidFill>
              <a:srgbClr val="FED4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30" name="ïšľíḓè"/>
            <p:cNvSpPr/>
            <p:nvPr/>
          </p:nvSpPr>
          <p:spPr bwMode="auto">
            <a:xfrm>
              <a:off x="4358968" y="2045808"/>
              <a:ext cx="331831" cy="497747"/>
            </a:xfrm>
            <a:custGeom>
              <a:avLst/>
              <a:gdLst>
                <a:gd name="T0" fmla="*/ 19 w 47"/>
                <a:gd name="T1" fmla="*/ 44 h 71"/>
                <a:gd name="T2" fmla="*/ 19 w 47"/>
                <a:gd name="T3" fmla="*/ 5 h 71"/>
                <a:gd name="T4" fmla="*/ 19 w 47"/>
                <a:gd name="T5" fmla="*/ 3 h 71"/>
                <a:gd name="T6" fmla="*/ 2 w 47"/>
                <a:gd name="T7" fmla="*/ 0 h 71"/>
                <a:gd name="T8" fmla="*/ 0 w 47"/>
                <a:gd name="T9" fmla="*/ 25 h 71"/>
                <a:gd name="T10" fmla="*/ 39 w 47"/>
                <a:gd name="T11" fmla="*/ 62 h 71"/>
                <a:gd name="T12" fmla="*/ 47 w 47"/>
                <a:gd name="T13" fmla="*/ 55 h 71"/>
                <a:gd name="T14" fmla="*/ 19 w 47"/>
                <a:gd name="T15" fmla="*/ 4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71">
                  <a:moveTo>
                    <a:pt x="19" y="44"/>
                  </a:moveTo>
                  <a:cubicBezTo>
                    <a:pt x="11" y="32"/>
                    <a:pt x="19" y="5"/>
                    <a:pt x="19" y="5"/>
                  </a:cubicBezTo>
                  <a:cubicBezTo>
                    <a:pt x="19" y="5"/>
                    <a:pt x="19" y="4"/>
                    <a:pt x="19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" y="38"/>
                    <a:pt x="17" y="71"/>
                    <a:pt x="39" y="62"/>
                  </a:cubicBezTo>
                  <a:cubicBezTo>
                    <a:pt x="43" y="61"/>
                    <a:pt x="46" y="58"/>
                    <a:pt x="47" y="55"/>
                  </a:cubicBezTo>
                  <a:cubicBezTo>
                    <a:pt x="43" y="58"/>
                    <a:pt x="27" y="57"/>
                    <a:pt x="19" y="44"/>
                  </a:cubicBezTo>
                  <a:close/>
                </a:path>
              </a:pathLst>
            </a:custGeom>
            <a:solidFill>
              <a:srgbClr val="FFA9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31" name="işḷíḓê"/>
            <p:cNvSpPr/>
            <p:nvPr/>
          </p:nvSpPr>
          <p:spPr bwMode="auto">
            <a:xfrm>
              <a:off x="4128718" y="1446482"/>
              <a:ext cx="738154" cy="788945"/>
            </a:xfrm>
            <a:custGeom>
              <a:avLst/>
              <a:gdLst>
                <a:gd name="T0" fmla="*/ 98 w 105"/>
                <a:gd name="T1" fmla="*/ 8 h 112"/>
                <a:gd name="T2" fmla="*/ 82 w 105"/>
                <a:gd name="T3" fmla="*/ 96 h 112"/>
                <a:gd name="T4" fmla="*/ 24 w 105"/>
                <a:gd name="T5" fmla="*/ 72 h 112"/>
                <a:gd name="T6" fmla="*/ 2 w 105"/>
                <a:gd name="T7" fmla="*/ 49 h 112"/>
                <a:gd name="T8" fmla="*/ 21 w 105"/>
                <a:gd name="T9" fmla="*/ 46 h 112"/>
                <a:gd name="T10" fmla="*/ 30 w 105"/>
                <a:gd name="T11" fmla="*/ 3 h 112"/>
                <a:gd name="T12" fmla="*/ 54 w 105"/>
                <a:gd name="T13" fmla="*/ 0 h 112"/>
                <a:gd name="T14" fmla="*/ 75 w 105"/>
                <a:gd name="T15" fmla="*/ 9 h 112"/>
                <a:gd name="T16" fmla="*/ 98 w 105"/>
                <a:gd name="T17" fmla="*/ 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" h="112">
                  <a:moveTo>
                    <a:pt x="98" y="8"/>
                  </a:moveTo>
                  <a:cubicBezTo>
                    <a:pt x="98" y="8"/>
                    <a:pt x="105" y="77"/>
                    <a:pt x="82" y="96"/>
                  </a:cubicBezTo>
                  <a:cubicBezTo>
                    <a:pt x="82" y="96"/>
                    <a:pt x="38" y="112"/>
                    <a:pt x="24" y="72"/>
                  </a:cubicBezTo>
                  <a:cubicBezTo>
                    <a:pt x="24" y="72"/>
                    <a:pt x="5" y="65"/>
                    <a:pt x="2" y="49"/>
                  </a:cubicBezTo>
                  <a:cubicBezTo>
                    <a:pt x="0" y="32"/>
                    <a:pt x="18" y="35"/>
                    <a:pt x="21" y="46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75" y="9"/>
                    <a:pt x="75" y="9"/>
                    <a:pt x="75" y="9"/>
                  </a:cubicBezTo>
                  <a:lnTo>
                    <a:pt x="98" y="8"/>
                  </a:lnTo>
                  <a:close/>
                </a:path>
              </a:pathLst>
            </a:custGeom>
            <a:solidFill>
              <a:srgbClr val="FED4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32" name="îšḻiḓè"/>
            <p:cNvSpPr/>
            <p:nvPr/>
          </p:nvSpPr>
          <p:spPr bwMode="auto">
            <a:xfrm>
              <a:off x="4128718" y="1446482"/>
              <a:ext cx="697522" cy="704294"/>
            </a:xfrm>
            <a:custGeom>
              <a:avLst/>
              <a:gdLst>
                <a:gd name="T0" fmla="*/ 84 w 99"/>
                <a:gd name="T1" fmla="*/ 7 h 100"/>
                <a:gd name="T2" fmla="*/ 75 w 99"/>
                <a:gd name="T3" fmla="*/ 9 h 100"/>
                <a:gd name="T4" fmla="*/ 54 w 99"/>
                <a:gd name="T5" fmla="*/ 0 h 100"/>
                <a:gd name="T6" fmla="*/ 30 w 99"/>
                <a:gd name="T7" fmla="*/ 3 h 100"/>
                <a:gd name="T8" fmla="*/ 21 w 99"/>
                <a:gd name="T9" fmla="*/ 46 h 100"/>
                <a:gd name="T10" fmla="*/ 2 w 99"/>
                <a:gd name="T11" fmla="*/ 49 h 100"/>
                <a:gd name="T12" fmla="*/ 24 w 99"/>
                <a:gd name="T13" fmla="*/ 72 h 100"/>
                <a:gd name="T14" fmla="*/ 70 w 99"/>
                <a:gd name="T15" fmla="*/ 98 h 100"/>
                <a:gd name="T16" fmla="*/ 37 w 99"/>
                <a:gd name="T17" fmla="*/ 67 h 100"/>
                <a:gd name="T18" fmla="*/ 67 w 99"/>
                <a:gd name="T19" fmla="*/ 38 h 100"/>
                <a:gd name="T20" fmla="*/ 79 w 99"/>
                <a:gd name="T21" fmla="*/ 25 h 100"/>
                <a:gd name="T22" fmla="*/ 99 w 99"/>
                <a:gd name="T23" fmla="*/ 26 h 100"/>
                <a:gd name="T24" fmla="*/ 86 w 99"/>
                <a:gd name="T25" fmla="*/ 12 h 100"/>
                <a:gd name="T26" fmla="*/ 84 w 99"/>
                <a:gd name="T27" fmla="*/ 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100">
                  <a:moveTo>
                    <a:pt x="84" y="7"/>
                  </a:moveTo>
                  <a:cubicBezTo>
                    <a:pt x="75" y="9"/>
                    <a:pt x="75" y="9"/>
                    <a:pt x="75" y="9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18" y="35"/>
                    <a:pt x="0" y="32"/>
                    <a:pt x="2" y="49"/>
                  </a:cubicBezTo>
                  <a:cubicBezTo>
                    <a:pt x="5" y="65"/>
                    <a:pt x="24" y="72"/>
                    <a:pt x="24" y="72"/>
                  </a:cubicBezTo>
                  <a:cubicBezTo>
                    <a:pt x="34" y="98"/>
                    <a:pt x="56" y="100"/>
                    <a:pt x="70" y="98"/>
                  </a:cubicBezTo>
                  <a:cubicBezTo>
                    <a:pt x="44" y="95"/>
                    <a:pt x="37" y="76"/>
                    <a:pt x="37" y="67"/>
                  </a:cubicBezTo>
                  <a:cubicBezTo>
                    <a:pt x="36" y="57"/>
                    <a:pt x="35" y="45"/>
                    <a:pt x="67" y="38"/>
                  </a:cubicBezTo>
                  <a:cubicBezTo>
                    <a:pt x="67" y="38"/>
                    <a:pt x="79" y="34"/>
                    <a:pt x="79" y="25"/>
                  </a:cubicBezTo>
                  <a:cubicBezTo>
                    <a:pt x="79" y="25"/>
                    <a:pt x="89" y="32"/>
                    <a:pt x="99" y="26"/>
                  </a:cubicBezTo>
                  <a:cubicBezTo>
                    <a:pt x="97" y="15"/>
                    <a:pt x="86" y="12"/>
                    <a:pt x="86" y="12"/>
                  </a:cubicBezTo>
                  <a:lnTo>
                    <a:pt x="84" y="7"/>
                  </a:lnTo>
                  <a:close/>
                </a:path>
              </a:pathLst>
            </a:custGeom>
            <a:solidFill>
              <a:srgbClr val="FFA9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33" name="îšḷíďe"/>
            <p:cNvSpPr/>
            <p:nvPr/>
          </p:nvSpPr>
          <p:spPr bwMode="auto">
            <a:xfrm>
              <a:off x="4866872" y="2255741"/>
              <a:ext cx="423254" cy="656889"/>
            </a:xfrm>
            <a:custGeom>
              <a:avLst/>
              <a:gdLst>
                <a:gd name="T0" fmla="*/ 0 w 60"/>
                <a:gd name="T1" fmla="*/ 0 h 93"/>
                <a:gd name="T2" fmla="*/ 60 w 60"/>
                <a:gd name="T3" fmla="*/ 70 h 93"/>
                <a:gd name="T4" fmla="*/ 28 w 60"/>
                <a:gd name="T5" fmla="*/ 88 h 93"/>
                <a:gd name="T6" fmla="*/ 0 w 60"/>
                <a:gd name="T7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93">
                  <a:moveTo>
                    <a:pt x="0" y="0"/>
                  </a:moveTo>
                  <a:cubicBezTo>
                    <a:pt x="0" y="0"/>
                    <a:pt x="42" y="18"/>
                    <a:pt x="60" y="70"/>
                  </a:cubicBezTo>
                  <a:cubicBezTo>
                    <a:pt x="60" y="70"/>
                    <a:pt x="46" y="83"/>
                    <a:pt x="28" y="88"/>
                  </a:cubicBezTo>
                  <a:cubicBezTo>
                    <a:pt x="10" y="9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A32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34" name="ïsḷïďe"/>
            <p:cNvSpPr/>
            <p:nvPr/>
          </p:nvSpPr>
          <p:spPr bwMode="auto">
            <a:xfrm>
              <a:off x="5029402" y="2621432"/>
              <a:ext cx="108353" cy="253953"/>
            </a:xfrm>
            <a:custGeom>
              <a:avLst/>
              <a:gdLst>
                <a:gd name="T0" fmla="*/ 0 w 15"/>
                <a:gd name="T1" fmla="*/ 0 h 36"/>
                <a:gd name="T2" fmla="*/ 3 w 15"/>
                <a:gd name="T3" fmla="*/ 25 h 36"/>
                <a:gd name="T4" fmla="*/ 5 w 15"/>
                <a:gd name="T5" fmla="*/ 36 h 36"/>
                <a:gd name="T6" fmla="*/ 5 w 15"/>
                <a:gd name="T7" fmla="*/ 36 h 36"/>
                <a:gd name="T8" fmla="*/ 15 w 15"/>
                <a:gd name="T9" fmla="*/ 33 h 36"/>
                <a:gd name="T10" fmla="*/ 0 w 15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36">
                  <a:moveTo>
                    <a:pt x="0" y="0"/>
                  </a:moveTo>
                  <a:cubicBezTo>
                    <a:pt x="1" y="8"/>
                    <a:pt x="2" y="17"/>
                    <a:pt x="3" y="25"/>
                  </a:cubicBezTo>
                  <a:cubicBezTo>
                    <a:pt x="4" y="29"/>
                    <a:pt x="4" y="33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8" y="35"/>
                    <a:pt x="12" y="34"/>
                    <a:pt x="15" y="33"/>
                  </a:cubicBezTo>
                  <a:cubicBezTo>
                    <a:pt x="2" y="1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D12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35" name="íş1iḓê"/>
            <p:cNvSpPr/>
            <p:nvPr/>
          </p:nvSpPr>
          <p:spPr bwMode="auto">
            <a:xfrm>
              <a:off x="4226914" y="1355058"/>
              <a:ext cx="633188" cy="416482"/>
            </a:xfrm>
            <a:custGeom>
              <a:avLst/>
              <a:gdLst>
                <a:gd name="T0" fmla="*/ 7 w 90"/>
                <a:gd name="T1" fmla="*/ 59 h 59"/>
                <a:gd name="T2" fmla="*/ 64 w 90"/>
                <a:gd name="T3" fmla="*/ 33 h 59"/>
                <a:gd name="T4" fmla="*/ 85 w 90"/>
                <a:gd name="T5" fmla="*/ 39 h 59"/>
                <a:gd name="T6" fmla="*/ 88 w 90"/>
                <a:gd name="T7" fmla="*/ 19 h 59"/>
                <a:gd name="T8" fmla="*/ 69 w 90"/>
                <a:gd name="T9" fmla="*/ 8 h 59"/>
                <a:gd name="T10" fmla="*/ 26 w 90"/>
                <a:gd name="T11" fmla="*/ 1 h 59"/>
                <a:gd name="T12" fmla="*/ 10 w 90"/>
                <a:gd name="T13" fmla="*/ 11 h 59"/>
                <a:gd name="T14" fmla="*/ 2 w 90"/>
                <a:gd name="T15" fmla="*/ 25 h 59"/>
                <a:gd name="T16" fmla="*/ 0 w 90"/>
                <a:gd name="T17" fmla="*/ 40 h 59"/>
                <a:gd name="T18" fmla="*/ 7 w 90"/>
                <a:gd name="T19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59">
                  <a:moveTo>
                    <a:pt x="7" y="59"/>
                  </a:moveTo>
                  <a:cubicBezTo>
                    <a:pt x="7" y="59"/>
                    <a:pt x="53" y="54"/>
                    <a:pt x="64" y="33"/>
                  </a:cubicBezTo>
                  <a:cubicBezTo>
                    <a:pt x="64" y="33"/>
                    <a:pt x="74" y="41"/>
                    <a:pt x="85" y="39"/>
                  </a:cubicBezTo>
                  <a:cubicBezTo>
                    <a:pt x="85" y="39"/>
                    <a:pt x="90" y="23"/>
                    <a:pt x="88" y="19"/>
                  </a:cubicBezTo>
                  <a:cubicBezTo>
                    <a:pt x="86" y="16"/>
                    <a:pt x="80" y="10"/>
                    <a:pt x="69" y="8"/>
                  </a:cubicBezTo>
                  <a:cubicBezTo>
                    <a:pt x="57" y="7"/>
                    <a:pt x="29" y="0"/>
                    <a:pt x="26" y="1"/>
                  </a:cubicBezTo>
                  <a:cubicBezTo>
                    <a:pt x="23" y="2"/>
                    <a:pt x="15" y="6"/>
                    <a:pt x="10" y="11"/>
                  </a:cubicBezTo>
                  <a:cubicBezTo>
                    <a:pt x="5" y="16"/>
                    <a:pt x="2" y="21"/>
                    <a:pt x="2" y="25"/>
                  </a:cubicBezTo>
                  <a:cubicBezTo>
                    <a:pt x="1" y="28"/>
                    <a:pt x="0" y="40"/>
                    <a:pt x="0" y="40"/>
                  </a:cubicBezTo>
                  <a:cubicBezTo>
                    <a:pt x="0" y="40"/>
                    <a:pt x="7" y="53"/>
                    <a:pt x="7" y="59"/>
                  </a:cubicBezTo>
                  <a:close/>
                </a:path>
              </a:pathLst>
            </a:custGeom>
            <a:solidFill>
              <a:srgbClr val="294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36" name="i$ḷíḍè"/>
            <p:cNvSpPr/>
            <p:nvPr/>
          </p:nvSpPr>
          <p:spPr bwMode="auto">
            <a:xfrm>
              <a:off x="4883803" y="3715120"/>
              <a:ext cx="1848771" cy="765242"/>
            </a:xfrm>
            <a:custGeom>
              <a:avLst/>
              <a:gdLst>
                <a:gd name="T0" fmla="*/ 531 w 546"/>
                <a:gd name="T1" fmla="*/ 0 h 226"/>
                <a:gd name="T2" fmla="*/ 166 w 546"/>
                <a:gd name="T3" fmla="*/ 210 h 226"/>
                <a:gd name="T4" fmla="*/ 0 w 546"/>
                <a:gd name="T5" fmla="*/ 110 h 226"/>
                <a:gd name="T6" fmla="*/ 0 w 546"/>
                <a:gd name="T7" fmla="*/ 127 h 226"/>
                <a:gd name="T8" fmla="*/ 166 w 546"/>
                <a:gd name="T9" fmla="*/ 226 h 226"/>
                <a:gd name="T10" fmla="*/ 546 w 546"/>
                <a:gd name="T11" fmla="*/ 10 h 226"/>
                <a:gd name="T12" fmla="*/ 531 w 546"/>
                <a:gd name="T13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6" h="226">
                  <a:moveTo>
                    <a:pt x="531" y="0"/>
                  </a:moveTo>
                  <a:lnTo>
                    <a:pt x="166" y="210"/>
                  </a:lnTo>
                  <a:lnTo>
                    <a:pt x="0" y="110"/>
                  </a:lnTo>
                  <a:lnTo>
                    <a:pt x="0" y="127"/>
                  </a:lnTo>
                  <a:lnTo>
                    <a:pt x="166" y="226"/>
                  </a:lnTo>
                  <a:lnTo>
                    <a:pt x="546" y="10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rgbClr val="6187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37" name="ïṩ1iďè"/>
            <p:cNvSpPr/>
            <p:nvPr/>
          </p:nvSpPr>
          <p:spPr bwMode="auto">
            <a:xfrm>
              <a:off x="3830748" y="3088704"/>
              <a:ext cx="1361183" cy="992107"/>
            </a:xfrm>
            <a:custGeom>
              <a:avLst/>
              <a:gdLst>
                <a:gd name="T0" fmla="*/ 189 w 193"/>
                <a:gd name="T1" fmla="*/ 116 h 141"/>
                <a:gd name="T2" fmla="*/ 156 w 193"/>
                <a:gd name="T3" fmla="*/ 110 h 141"/>
                <a:gd name="T4" fmla="*/ 135 w 193"/>
                <a:gd name="T5" fmla="*/ 120 h 141"/>
                <a:gd name="T6" fmla="*/ 76 w 193"/>
                <a:gd name="T7" fmla="*/ 96 h 141"/>
                <a:gd name="T8" fmla="*/ 38 w 193"/>
                <a:gd name="T9" fmla="*/ 73 h 141"/>
                <a:gd name="T10" fmla="*/ 42 w 193"/>
                <a:gd name="T11" fmla="*/ 37 h 141"/>
                <a:gd name="T12" fmla="*/ 31 w 193"/>
                <a:gd name="T13" fmla="*/ 3 h 141"/>
                <a:gd name="T14" fmla="*/ 4 w 193"/>
                <a:gd name="T15" fmla="*/ 0 h 141"/>
                <a:gd name="T16" fmla="*/ 4 w 193"/>
                <a:gd name="T17" fmla="*/ 0 h 141"/>
                <a:gd name="T18" fmla="*/ 4 w 193"/>
                <a:gd name="T19" fmla="*/ 93 h 141"/>
                <a:gd name="T20" fmla="*/ 127 w 193"/>
                <a:gd name="T21" fmla="*/ 138 h 141"/>
                <a:gd name="T22" fmla="*/ 151 w 193"/>
                <a:gd name="T23" fmla="*/ 136 h 141"/>
                <a:gd name="T24" fmla="*/ 185 w 193"/>
                <a:gd name="T25" fmla="*/ 135 h 141"/>
                <a:gd name="T26" fmla="*/ 189 w 193"/>
                <a:gd name="T27" fmla="*/ 116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3" h="141">
                  <a:moveTo>
                    <a:pt x="189" y="116"/>
                  </a:moveTo>
                  <a:cubicBezTo>
                    <a:pt x="186" y="111"/>
                    <a:pt x="170" y="109"/>
                    <a:pt x="156" y="110"/>
                  </a:cubicBezTo>
                  <a:cubicBezTo>
                    <a:pt x="143" y="110"/>
                    <a:pt x="135" y="120"/>
                    <a:pt x="135" y="120"/>
                  </a:cubicBezTo>
                  <a:cubicBezTo>
                    <a:pt x="135" y="120"/>
                    <a:pt x="94" y="102"/>
                    <a:pt x="76" y="96"/>
                  </a:cubicBezTo>
                  <a:cubicBezTo>
                    <a:pt x="59" y="90"/>
                    <a:pt x="40" y="83"/>
                    <a:pt x="38" y="73"/>
                  </a:cubicBezTo>
                  <a:cubicBezTo>
                    <a:pt x="36" y="64"/>
                    <a:pt x="42" y="37"/>
                    <a:pt x="42" y="37"/>
                  </a:cubicBezTo>
                  <a:cubicBezTo>
                    <a:pt x="36" y="17"/>
                    <a:pt x="31" y="3"/>
                    <a:pt x="31" y="3"/>
                  </a:cubicBezTo>
                  <a:cubicBezTo>
                    <a:pt x="28" y="4"/>
                    <a:pt x="13" y="2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0" y="74"/>
                    <a:pt x="4" y="93"/>
                  </a:cubicBezTo>
                  <a:cubicBezTo>
                    <a:pt x="7" y="112"/>
                    <a:pt x="119" y="135"/>
                    <a:pt x="127" y="138"/>
                  </a:cubicBezTo>
                  <a:cubicBezTo>
                    <a:pt x="136" y="141"/>
                    <a:pt x="146" y="140"/>
                    <a:pt x="151" y="136"/>
                  </a:cubicBezTo>
                  <a:cubicBezTo>
                    <a:pt x="155" y="132"/>
                    <a:pt x="180" y="140"/>
                    <a:pt x="185" y="135"/>
                  </a:cubicBezTo>
                  <a:cubicBezTo>
                    <a:pt x="190" y="131"/>
                    <a:pt x="193" y="121"/>
                    <a:pt x="189" y="116"/>
                  </a:cubicBezTo>
                  <a:close/>
                </a:path>
              </a:pathLst>
            </a:custGeom>
            <a:solidFill>
              <a:srgbClr val="FED4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38" name="îṡḷíde"/>
            <p:cNvSpPr/>
            <p:nvPr/>
          </p:nvSpPr>
          <p:spPr bwMode="auto">
            <a:xfrm>
              <a:off x="3857836" y="3088704"/>
              <a:ext cx="270882" cy="443571"/>
            </a:xfrm>
            <a:custGeom>
              <a:avLst/>
              <a:gdLst>
                <a:gd name="T0" fmla="*/ 34 w 38"/>
                <a:gd name="T1" fmla="*/ 63 h 63"/>
                <a:gd name="T2" fmla="*/ 34 w 38"/>
                <a:gd name="T3" fmla="*/ 63 h 63"/>
                <a:gd name="T4" fmla="*/ 38 w 38"/>
                <a:gd name="T5" fmla="*/ 37 h 63"/>
                <a:gd name="T6" fmla="*/ 27 w 38"/>
                <a:gd name="T7" fmla="*/ 3 h 63"/>
                <a:gd name="T8" fmla="*/ 0 w 38"/>
                <a:gd name="T9" fmla="*/ 0 h 63"/>
                <a:gd name="T10" fmla="*/ 25 w 38"/>
                <a:gd name="T11" fmla="*/ 35 h 63"/>
                <a:gd name="T12" fmla="*/ 34 w 38"/>
                <a:gd name="T13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63">
                  <a:moveTo>
                    <a:pt x="34" y="63"/>
                  </a:moveTo>
                  <a:cubicBezTo>
                    <a:pt x="34" y="63"/>
                    <a:pt x="34" y="63"/>
                    <a:pt x="34" y="63"/>
                  </a:cubicBezTo>
                  <a:cubicBezTo>
                    <a:pt x="35" y="52"/>
                    <a:pt x="38" y="37"/>
                    <a:pt x="38" y="37"/>
                  </a:cubicBezTo>
                  <a:cubicBezTo>
                    <a:pt x="32" y="17"/>
                    <a:pt x="27" y="3"/>
                    <a:pt x="27" y="3"/>
                  </a:cubicBezTo>
                  <a:cubicBezTo>
                    <a:pt x="24" y="4"/>
                    <a:pt x="9" y="2"/>
                    <a:pt x="0" y="0"/>
                  </a:cubicBezTo>
                  <a:cubicBezTo>
                    <a:pt x="0" y="0"/>
                    <a:pt x="17" y="18"/>
                    <a:pt x="25" y="35"/>
                  </a:cubicBezTo>
                  <a:cubicBezTo>
                    <a:pt x="33" y="52"/>
                    <a:pt x="34" y="63"/>
                    <a:pt x="34" y="63"/>
                  </a:cubicBezTo>
                  <a:close/>
                </a:path>
              </a:pathLst>
            </a:custGeom>
            <a:solidFill>
              <a:srgbClr val="FFA9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39" name="iṩḻíḑé"/>
            <p:cNvSpPr/>
            <p:nvPr/>
          </p:nvSpPr>
          <p:spPr bwMode="auto">
            <a:xfrm>
              <a:off x="4233686" y="1497271"/>
              <a:ext cx="612872" cy="274269"/>
            </a:xfrm>
            <a:custGeom>
              <a:avLst/>
              <a:gdLst>
                <a:gd name="T0" fmla="*/ 81 w 87"/>
                <a:gd name="T1" fmla="*/ 7 h 39"/>
                <a:gd name="T2" fmla="*/ 59 w 87"/>
                <a:gd name="T3" fmla="*/ 0 h 39"/>
                <a:gd name="T4" fmla="*/ 0 w 87"/>
                <a:gd name="T5" fmla="*/ 20 h 39"/>
                <a:gd name="T6" fmla="*/ 6 w 87"/>
                <a:gd name="T7" fmla="*/ 39 h 39"/>
                <a:gd name="T8" fmla="*/ 63 w 87"/>
                <a:gd name="T9" fmla="*/ 13 h 39"/>
                <a:gd name="T10" fmla="*/ 84 w 87"/>
                <a:gd name="T11" fmla="*/ 19 h 39"/>
                <a:gd name="T12" fmla="*/ 87 w 87"/>
                <a:gd name="T13" fmla="*/ 4 h 39"/>
                <a:gd name="T14" fmla="*/ 81 w 87"/>
                <a:gd name="T15" fmla="*/ 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" h="39">
                  <a:moveTo>
                    <a:pt x="81" y="7"/>
                  </a:moveTo>
                  <a:cubicBezTo>
                    <a:pt x="66" y="10"/>
                    <a:pt x="59" y="0"/>
                    <a:pt x="59" y="0"/>
                  </a:cubicBezTo>
                  <a:cubicBezTo>
                    <a:pt x="42" y="19"/>
                    <a:pt x="15" y="22"/>
                    <a:pt x="0" y="20"/>
                  </a:cubicBezTo>
                  <a:cubicBezTo>
                    <a:pt x="1" y="23"/>
                    <a:pt x="6" y="34"/>
                    <a:pt x="6" y="39"/>
                  </a:cubicBezTo>
                  <a:cubicBezTo>
                    <a:pt x="6" y="39"/>
                    <a:pt x="52" y="34"/>
                    <a:pt x="63" y="13"/>
                  </a:cubicBezTo>
                  <a:cubicBezTo>
                    <a:pt x="63" y="13"/>
                    <a:pt x="73" y="21"/>
                    <a:pt x="84" y="19"/>
                  </a:cubicBezTo>
                  <a:cubicBezTo>
                    <a:pt x="84" y="19"/>
                    <a:pt x="87" y="10"/>
                    <a:pt x="87" y="4"/>
                  </a:cubicBezTo>
                  <a:cubicBezTo>
                    <a:pt x="85" y="5"/>
                    <a:pt x="83" y="6"/>
                    <a:pt x="81" y="7"/>
                  </a:cubicBezTo>
                  <a:close/>
                </a:path>
              </a:pathLst>
            </a:custGeom>
            <a:solidFill>
              <a:srgbClr val="1721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40" name="î$1îdê"/>
            <p:cNvSpPr/>
            <p:nvPr/>
          </p:nvSpPr>
          <p:spPr bwMode="auto">
            <a:xfrm>
              <a:off x="5439112" y="2827981"/>
              <a:ext cx="1354411" cy="772014"/>
            </a:xfrm>
            <a:custGeom>
              <a:avLst/>
              <a:gdLst>
                <a:gd name="T0" fmla="*/ 0 w 400"/>
                <a:gd name="T1" fmla="*/ 218 h 228"/>
                <a:gd name="T2" fmla="*/ 21 w 400"/>
                <a:gd name="T3" fmla="*/ 228 h 228"/>
                <a:gd name="T4" fmla="*/ 400 w 400"/>
                <a:gd name="T5" fmla="*/ 10 h 228"/>
                <a:gd name="T6" fmla="*/ 382 w 400"/>
                <a:gd name="T7" fmla="*/ 0 h 228"/>
                <a:gd name="T8" fmla="*/ 0 w 400"/>
                <a:gd name="T9" fmla="*/ 21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228">
                  <a:moveTo>
                    <a:pt x="0" y="218"/>
                  </a:moveTo>
                  <a:lnTo>
                    <a:pt x="21" y="228"/>
                  </a:lnTo>
                  <a:lnTo>
                    <a:pt x="400" y="10"/>
                  </a:lnTo>
                  <a:lnTo>
                    <a:pt x="382" y="0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709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41" name="ïś1ïḋé"/>
            <p:cNvSpPr/>
            <p:nvPr/>
          </p:nvSpPr>
          <p:spPr bwMode="auto">
            <a:xfrm>
              <a:off x="5445884" y="2861841"/>
              <a:ext cx="1347639" cy="1662540"/>
            </a:xfrm>
            <a:custGeom>
              <a:avLst/>
              <a:gdLst>
                <a:gd name="T0" fmla="*/ 0 w 398"/>
                <a:gd name="T1" fmla="*/ 208 h 491"/>
                <a:gd name="T2" fmla="*/ 0 w 398"/>
                <a:gd name="T3" fmla="*/ 478 h 491"/>
                <a:gd name="T4" fmla="*/ 19 w 398"/>
                <a:gd name="T5" fmla="*/ 491 h 491"/>
                <a:gd name="T6" fmla="*/ 398 w 398"/>
                <a:gd name="T7" fmla="*/ 275 h 491"/>
                <a:gd name="T8" fmla="*/ 398 w 398"/>
                <a:gd name="T9" fmla="*/ 0 h 491"/>
                <a:gd name="T10" fmla="*/ 19 w 398"/>
                <a:gd name="T11" fmla="*/ 218 h 491"/>
                <a:gd name="T12" fmla="*/ 0 w 398"/>
                <a:gd name="T13" fmla="*/ 208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8" h="491">
                  <a:moveTo>
                    <a:pt x="0" y="208"/>
                  </a:moveTo>
                  <a:lnTo>
                    <a:pt x="0" y="478"/>
                  </a:lnTo>
                  <a:lnTo>
                    <a:pt x="19" y="491"/>
                  </a:lnTo>
                  <a:lnTo>
                    <a:pt x="398" y="275"/>
                  </a:lnTo>
                  <a:lnTo>
                    <a:pt x="398" y="0"/>
                  </a:lnTo>
                  <a:lnTo>
                    <a:pt x="19" y="218"/>
                  </a:lnTo>
                  <a:lnTo>
                    <a:pt x="0" y="208"/>
                  </a:lnTo>
                  <a:close/>
                </a:path>
              </a:pathLst>
            </a:custGeom>
            <a:solidFill>
              <a:srgbClr val="294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42" name="îśľíḍè"/>
            <p:cNvSpPr/>
            <p:nvPr/>
          </p:nvSpPr>
          <p:spPr bwMode="auto">
            <a:xfrm>
              <a:off x="5445884" y="3566135"/>
              <a:ext cx="64336" cy="958247"/>
            </a:xfrm>
            <a:custGeom>
              <a:avLst/>
              <a:gdLst>
                <a:gd name="T0" fmla="*/ 19 w 19"/>
                <a:gd name="T1" fmla="*/ 10 h 283"/>
                <a:gd name="T2" fmla="*/ 19 w 19"/>
                <a:gd name="T3" fmla="*/ 283 h 283"/>
                <a:gd name="T4" fmla="*/ 0 w 19"/>
                <a:gd name="T5" fmla="*/ 270 h 283"/>
                <a:gd name="T6" fmla="*/ 0 w 19"/>
                <a:gd name="T7" fmla="*/ 0 h 283"/>
                <a:gd name="T8" fmla="*/ 19 w 19"/>
                <a:gd name="T9" fmla="*/ 1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83">
                  <a:moveTo>
                    <a:pt x="19" y="10"/>
                  </a:moveTo>
                  <a:lnTo>
                    <a:pt x="19" y="283"/>
                  </a:lnTo>
                  <a:lnTo>
                    <a:pt x="0" y="270"/>
                  </a:lnTo>
                  <a:lnTo>
                    <a:pt x="0" y="0"/>
                  </a:lnTo>
                  <a:lnTo>
                    <a:pt x="19" y="10"/>
                  </a:lnTo>
                  <a:close/>
                </a:path>
              </a:pathLst>
            </a:custGeom>
            <a:solidFill>
              <a:srgbClr val="4E6F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43" name="iṣlîḍé"/>
            <p:cNvSpPr/>
            <p:nvPr/>
          </p:nvSpPr>
          <p:spPr bwMode="auto">
            <a:xfrm>
              <a:off x="6136633" y="3586451"/>
              <a:ext cx="155757" cy="199777"/>
            </a:xfrm>
            <a:prstGeom prst="ellipse">
              <a:avLst/>
            </a:prstGeom>
            <a:solidFill>
              <a:srgbClr val="4E6F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15208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>
          <a:xfrm flipV="1">
            <a:off x="4016277" y="2459163"/>
            <a:ext cx="0" cy="2967330"/>
          </a:xfrm>
          <a:prstGeom prst="line">
            <a:avLst/>
          </a:prstGeom>
          <a:noFill/>
          <a:ln w="22225" cap="flat" cmpd="sng" algn="ctr">
            <a:solidFill>
              <a:srgbClr val="FF0000"/>
            </a:solidFill>
            <a:prstDash val="sysDash"/>
            <a:headEnd type="oval" w="med" len="med"/>
            <a:tailEnd type="oval" w="med" len="med"/>
          </a:ln>
          <a:effectLst/>
        </p:spPr>
      </p:cxnSp>
      <p:sp>
        <p:nvSpPr>
          <p:cNvPr id="45" name="文本框 44"/>
          <p:cNvSpPr txBox="1"/>
          <p:nvPr/>
        </p:nvSpPr>
        <p:spPr>
          <a:xfrm>
            <a:off x="4212114" y="2704716"/>
            <a:ext cx="3779042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520825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</a:pP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教师提前发布一周的学习任务</a:t>
            </a:r>
            <a:endParaRPr lang="zh-CN" altLang="en-US" sz="15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7" name="图示 46"/>
          <p:cNvGraphicFramePr/>
          <p:nvPr/>
        </p:nvGraphicFramePr>
        <p:xfrm>
          <a:off x="544139" y="1484643"/>
          <a:ext cx="7558507" cy="809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048000" y="3245400"/>
            <a:ext cx="3048000" cy="38481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170014" y="477032"/>
            <a:ext cx="2212011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1520825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3200" b="1" dirty="0">
                <a:solidFill>
                  <a:srgbClr val="003BB0"/>
                </a:solidFill>
                <a:latin typeface="微软雅黑" panose="020B0503020204020204" charset="-122"/>
                <a:ea typeface="微软雅黑" panose="020B0503020204020204" charset="-122"/>
              </a:rPr>
              <a:t>教学方法</a:t>
            </a:r>
            <a:endParaRPr lang="zh-CN" altLang="en-US" sz="3200" b="1" dirty="0">
              <a:solidFill>
                <a:srgbClr val="003B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7567">
        <p15:prstTrans prst="airplane"/>
      </p:transition>
    </mc:Choice>
    <mc:Fallback>
      <p:transition spd="slow" advTm="7567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258910" y="477034"/>
            <a:ext cx="239924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520825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线上学习要求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图示 10"/>
          <p:cNvGraphicFramePr/>
          <p:nvPr/>
        </p:nvGraphicFramePr>
        <p:xfrm>
          <a:off x="251460" y="1628775"/>
          <a:ext cx="8105775" cy="4043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7567">
        <p15:prstTrans prst="airplane"/>
      </p:transition>
    </mc:Choice>
    <mc:Fallback>
      <p:transition spd="slow" advTm="7567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95" y="188595"/>
            <a:ext cx="4382770" cy="930275"/>
          </a:xfrm>
        </p:spPr>
        <p:txBody>
          <a:bodyPr/>
          <a:p>
            <a:r>
              <a:rPr lang="zh-CN" altLang="en-US" sz="2800" b="1">
                <a:effectLst/>
                <a:latin typeface="微软雅黑" panose="020B0503020204020204" charset="-122"/>
                <a:ea typeface="微软雅黑" panose="020B0503020204020204" charset="-122"/>
              </a:rPr>
              <a:t>线上线下课程安排</a:t>
            </a:r>
            <a:endParaRPr lang="zh-CN" altLang="en-US" sz="2800" b="1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96595" y="1326515"/>
          <a:ext cx="7202805" cy="5269230"/>
        </p:xfrm>
        <a:graphic>
          <a:graphicData uri="http://schemas.openxmlformats.org/drawingml/2006/table">
            <a:tbl>
              <a:tblPr/>
              <a:tblGrid>
                <a:gridCol w="1522095"/>
                <a:gridCol w="2858135"/>
                <a:gridCol w="1634490"/>
                <a:gridCol w="1188085"/>
              </a:tblGrid>
              <a:tr h="415290">
                <a:tc>
                  <a:txBody>
                    <a:bodyPr/>
                    <a:p>
                      <a:pPr marL="9525" indent="0" algn="ctr" fontAlgn="ctr">
                        <a:buNone/>
                      </a:pPr>
                      <a:r>
                        <a:rPr lang="zh-CN" altLang="en-US" sz="2000" b="1" i="0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 lang="zh-CN" altLang="en-US" sz="2000" b="1" i="0">
                        <a:solidFill>
                          <a:srgbClr val="0070C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>
                        <a:buNone/>
                      </a:pPr>
                      <a:r>
                        <a:rPr lang="zh-CN" altLang="en-US" sz="2000" b="1" i="0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</a:t>
                      </a:r>
                      <a:endParaRPr lang="zh-CN" altLang="en-US" sz="2000" b="1" i="0">
                        <a:solidFill>
                          <a:srgbClr val="0070C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>
                        <a:buNone/>
                      </a:pPr>
                      <a:r>
                        <a:rPr lang="zh-CN" altLang="en-US" sz="2000" b="1" i="0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小组交流</a:t>
                      </a:r>
                      <a:endParaRPr lang="zh-CN" altLang="en-US" sz="2000" b="1" i="0">
                        <a:solidFill>
                          <a:srgbClr val="0070C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>
                        <a:buNone/>
                      </a:pPr>
                      <a:r>
                        <a:rPr lang="zh-CN" altLang="en-US" sz="2000" b="1" i="0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课程安排</a:t>
                      </a:r>
                      <a:endParaRPr lang="zh-CN" altLang="en-US" sz="2000" b="1" i="0">
                        <a:solidFill>
                          <a:srgbClr val="0070C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86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课程总体要求；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绪论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线下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教学</a:t>
                      </a:r>
                      <a:endParaRPr lang="zh-CN" altLang="en-US" sz="1400" b="1" i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607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2.1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沉淀分离法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线下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教学</a:t>
                      </a:r>
                      <a:endParaRPr lang="zh-CN" altLang="en-US" sz="1400" b="1" i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24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2.2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沉淀分离法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线下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教学</a:t>
                      </a:r>
                      <a:endParaRPr lang="zh-CN" altLang="en-US" sz="1400" b="1" i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63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3.1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萃取分离法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线上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学习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24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翻转课堂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线下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教学</a:t>
                      </a:r>
                      <a:endParaRPr lang="zh-CN" altLang="en-US" sz="1400" b="1" i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24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22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3.3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萃取分离法；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4.1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色层分析法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线上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学习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861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翻转课堂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线下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教学</a:t>
                      </a:r>
                      <a:endParaRPr lang="zh-CN" altLang="en-US" sz="1400" b="1" i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24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4.2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色层分离法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4.3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色层分析法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线上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学习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88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翻转课堂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线下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教学</a:t>
                      </a:r>
                      <a:endParaRPr lang="zh-CN" altLang="en-US" sz="1400" b="1" i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941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离子交换法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线上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学习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26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翻转课堂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线下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教学</a:t>
                      </a:r>
                      <a:endParaRPr lang="zh-CN" altLang="en-US" sz="1400" b="1" i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18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电泳分离法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8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分离方法选择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线上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学习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464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翻转课堂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小论文（自主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报名）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线下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教学</a:t>
                      </a:r>
                      <a:endParaRPr lang="zh-CN" altLang="en-US" sz="1400" b="1" i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1470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讨论，复习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l" fontAlgn="ctr"/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线下</a:t>
                      </a:r>
                      <a:r>
                        <a:rPr lang="zh-CN" altLang="en-US" sz="1400" b="1" i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教学</a:t>
                      </a:r>
                      <a:endParaRPr lang="zh-CN" altLang="en-US" sz="1400" b="1" i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over dir="l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405130"/>
            <a:ext cx="2357120" cy="5524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线下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交流安排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9115" y="1412875"/>
            <a:ext cx="724408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、章节交流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endParaRPr lang="zh-CN" altLang="en-US" sz="24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每次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组，每组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9-10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人，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15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分钟以内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组员分工合作，制作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PPT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并汇报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一人担任组长，组员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互相评价</a:t>
            </a:r>
            <a:endParaRPr lang="zh-CN" altLang="en-US" sz="24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1499" y="3932989"/>
            <a:ext cx="7342139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、小论文交流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自主报名，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分钟以内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PPT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制作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讲解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</a:pPr>
            <a:endParaRPr lang="zh-CN" altLang="en-US" sz="24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7567">
        <p15:prstTrans prst="airplane"/>
      </p:transition>
    </mc:Choice>
    <mc:Fallback>
      <p:transition spd="slow" advTm="7567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43940" y="1268730"/>
            <a:ext cx="6130290" cy="5103495"/>
          </a:xfrm>
          <a:prstGeom prst="rect">
            <a:avLst/>
          </a:prstGeom>
        </p:spPr>
      </p:pic>
    </p:spTree>
  </p:cSld>
  <p:clrMapOvr>
    <a:masterClrMapping/>
  </p:clrMapOvr>
  <p:transition>
    <p:cover dir="l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05330" y="1719580"/>
            <a:ext cx="5132705" cy="4411345"/>
          </a:xfrm>
          <a:prstGeom prst="rect">
            <a:avLst/>
          </a:prstGeom>
        </p:spPr>
      </p:pic>
    </p:spTree>
  </p:cSld>
  <p:clrMapOvr>
    <a:masterClrMapping/>
  </p:clrMapOvr>
  <p:transition>
    <p:cover dir="l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24380" y="1719580"/>
            <a:ext cx="5094605" cy="4411345"/>
          </a:xfrm>
          <a:prstGeom prst="rect">
            <a:avLst/>
          </a:prstGeom>
        </p:spPr>
      </p:pic>
    </p:spTree>
  </p:cSld>
  <p:clrMapOvr>
    <a:masterClrMapping/>
  </p:clrMapOvr>
  <p:transition>
    <p:cover dir="l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69465" y="1719580"/>
            <a:ext cx="5004435" cy="4411345"/>
          </a:xfrm>
          <a:prstGeom prst="rect">
            <a:avLst/>
          </a:prstGeom>
        </p:spPr>
      </p:pic>
    </p:spTree>
  </p:cSld>
  <p:clrMapOvr>
    <a:masterClrMapping/>
  </p:clrMapOvr>
  <p:transition>
    <p:cover dir="l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67205" y="2054225"/>
            <a:ext cx="5608320" cy="3741420"/>
          </a:xfrm>
          <a:prstGeom prst="rect">
            <a:avLst/>
          </a:prstGeom>
        </p:spPr>
      </p:pic>
    </p:spTree>
  </p:cSld>
  <p:clrMapOvr>
    <a:masterClrMapping/>
  </p:clrMapOvr>
  <p:transition>
    <p:cover dir="l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 bwMode="auto">
          <a:xfrm>
            <a:off x="557970" y="1323151"/>
            <a:ext cx="7948114" cy="339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55" tIns="34277" rIns="68555" bIns="34277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accent1"/>
                </a:solidFill>
                <a:latin typeface="+mn-lt"/>
                <a:ea typeface="仿宋_GB2312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accent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accent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accent1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0" indent="0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zh-CN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第一周</a:t>
            </a:r>
            <a:endParaRPr lang="zh-CN" altLang="zh-CN" sz="1800" b="1" kern="1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zh-CN" sz="1800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一</a:t>
            </a:r>
            <a:r>
              <a:rPr lang="en-US" altLang="zh-CN" sz="1800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. </a:t>
            </a:r>
            <a:r>
              <a:rPr lang="zh-CN" altLang="zh-CN" sz="1800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学习内容</a:t>
            </a:r>
            <a:endParaRPr lang="zh-CN" altLang="zh-CN" sz="1800" b="1" kern="1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266700" algn="just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zh-CN" sz="1800" b="1" kern="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lang="en-US" altLang="zh-CN" sz="1800" b="1" kern="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zh-CN" sz="1800" b="1" kern="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章 </a:t>
            </a:r>
            <a:r>
              <a:rPr lang="zh-CN" altLang="en-US" sz="1800" b="1" kern="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绪论</a:t>
            </a:r>
            <a:endParaRPr lang="en-US" altLang="zh-CN" sz="1800" b="1" kern="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266700" algn="just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1800" b="1" kern="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第</a:t>
            </a:r>
            <a:r>
              <a:rPr lang="en-US" altLang="zh-CN" sz="1800" b="1" kern="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1800" b="1" kern="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章 沉淀分离法中 </a:t>
            </a:r>
            <a:r>
              <a:rPr lang="en-US" altLang="zh-CN" sz="1800" b="1" kern="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2.1</a:t>
            </a:r>
            <a:endParaRPr lang="en-US" altLang="zh-CN" sz="1800" b="1" kern="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304800" algn="just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zh-CN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在线学习上述课程内容视频，完成</a:t>
            </a:r>
            <a:r>
              <a:rPr lang="zh-CN" altLang="en-US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习题</a:t>
            </a:r>
            <a:r>
              <a:rPr lang="zh-CN" altLang="zh-CN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zh-CN" sz="1800" b="1" kern="1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algn="just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zh-CN" sz="1800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二</a:t>
            </a:r>
            <a:r>
              <a:rPr lang="en-US" altLang="zh-CN" sz="1800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. </a:t>
            </a:r>
            <a:r>
              <a:rPr lang="zh-CN" altLang="zh-CN" sz="1800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课后作业</a:t>
            </a:r>
            <a:endParaRPr lang="zh-CN" altLang="zh-CN" sz="1800" b="1" kern="1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304800" algn="just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自学内容：教材</a:t>
            </a:r>
            <a:r>
              <a:rPr lang="en-US" altLang="zh-CN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P1-P24</a:t>
            </a:r>
            <a:r>
              <a:rPr lang="zh-CN" altLang="en-US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r>
              <a:rPr lang="zh-CN" altLang="en-US" sz="1800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第一章 试样的采集及处理</a:t>
            </a:r>
            <a:endParaRPr lang="en-US" altLang="zh-CN" sz="1800" b="1" kern="1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304800" algn="just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           </a:t>
            </a:r>
            <a:r>
              <a:rPr lang="zh-CN" altLang="zh-CN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习题</a:t>
            </a:r>
            <a:r>
              <a:rPr lang="en-US" altLang="zh-CN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P24  1-6</a:t>
            </a:r>
            <a:r>
              <a:rPr lang="zh-CN" altLang="en-US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（不交）</a:t>
            </a:r>
            <a:endParaRPr lang="zh-CN" altLang="zh-CN" sz="1800" b="1" kern="1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algn="just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zh-CN" sz="1800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三</a:t>
            </a:r>
            <a:r>
              <a:rPr lang="en-US" altLang="zh-CN" sz="1800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. </a:t>
            </a:r>
            <a:r>
              <a:rPr lang="zh-CN" altLang="en-US" sz="1800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答疑</a:t>
            </a:r>
            <a:endParaRPr lang="en-US" altLang="zh-CN" sz="1800" b="1" kern="1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algn="just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lang="zh-CN" altLang="zh-CN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有问题请在课程平台“课程问答”板块</a:t>
            </a:r>
            <a:r>
              <a:rPr lang="zh-CN" altLang="en-US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或者微信群</a:t>
            </a:r>
            <a:r>
              <a:rPr lang="zh-CN" altLang="zh-CN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提出来，</a:t>
            </a:r>
            <a:r>
              <a:rPr lang="en-US" altLang="zh-CN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endParaRPr lang="en-US" altLang="zh-CN" sz="1800" b="1" kern="1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algn="just" defTabSz="152082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</a:t>
            </a:r>
            <a:r>
              <a:rPr lang="zh-CN" altLang="zh-CN" sz="1800" b="1" kern="1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师生共同讨论。</a:t>
            </a:r>
            <a:endParaRPr lang="zh-CN" altLang="zh-CN" sz="1800" b="1" kern="1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Tx/>
            </a:pPr>
            <a:endParaRPr lang="zh-CN" altLang="en-US" sz="1800" b="1" kern="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7567">
        <p15:prstTrans prst="airplane"/>
      </p:transition>
    </mc:Choice>
    <mc:Fallback>
      <p:transition spd="slow" advTm="7567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38505" y="122555"/>
            <a:ext cx="4438015" cy="93027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课后作业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小论文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698" name="Rectangle 3"/>
          <p:cNvSpPr>
            <a:spLocks noGrp="1"/>
          </p:cNvSpPr>
          <p:nvPr>
            <p:ph idx="1"/>
          </p:nvPr>
        </p:nvSpPr>
        <p:spPr>
          <a:xfrm>
            <a:off x="395288" y="1223328"/>
            <a:ext cx="8229600" cy="4411662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小论文：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buNone/>
            </a:pPr>
            <a:endParaRPr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字数：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5000-8000</a:t>
            </a:r>
            <a:r>
              <a:rPr lang="zh-CN" altLang="en-US" sz="24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格式：华东理工大学学报格式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题目，中英文摘要，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关键字，正文，参考文献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时间：第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周之前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分离科学的实例，分离新方法、新原理、新技术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cover dir="l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05" y="116840"/>
            <a:ext cx="3824605" cy="89027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教材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6627" name="表格 26626"/>
          <p:cNvGraphicFramePr/>
          <p:nvPr>
            <p:custDataLst>
              <p:tags r:id="rId1"/>
            </p:custDataLst>
          </p:nvPr>
        </p:nvGraphicFramePr>
        <p:xfrm>
          <a:off x="323789" y="1701127"/>
          <a:ext cx="8205470" cy="2489835"/>
        </p:xfrm>
        <a:graphic>
          <a:graphicData uri="http://schemas.openxmlformats.org/drawingml/2006/table">
            <a:tbl>
              <a:tblPr/>
              <a:tblGrid>
                <a:gridCol w="3094355"/>
                <a:gridCol w="2141855"/>
                <a:gridCol w="1838325"/>
                <a:gridCol w="1130935"/>
              </a:tblGrid>
              <a:tr h="71628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分离分析化学（第二版）</a:t>
                      </a:r>
                      <a:endParaRPr lang="en-US" altLang="zh-CN" sz="1800" b="1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422" marR="51422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张文清主编</a:t>
                      </a:r>
                      <a:endParaRPr lang="en-US" altLang="zh-CN" sz="1800" b="1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422" marR="51422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华东理工大学</a:t>
                      </a:r>
                      <a:endParaRPr lang="en-US" altLang="zh-CN" sz="1800" b="1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422" marR="51422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2016年</a:t>
                      </a:r>
                      <a:endParaRPr lang="en-US" altLang="zh-CN" sz="1800" b="1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422" marR="51422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800" b="0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现代分离方法与技术 (第</a:t>
                      </a:r>
                      <a:r>
                        <a:rPr lang="zh-CN" altLang="en-US" sz="1800" b="0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</a:t>
                      </a:r>
                      <a:r>
                        <a:rPr lang="en-US" altLang="zh-CN" sz="1800" b="0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版)</a:t>
                      </a:r>
                      <a:endParaRPr lang="en-US" altLang="zh-CN" sz="1800" b="0" dirty="0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422" marR="51422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800" b="0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丁明玉</a:t>
                      </a:r>
                      <a:endParaRPr lang="en-US" altLang="zh-CN" sz="1800" b="0" dirty="0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422" marR="51422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800" b="0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化学工业出版社</a:t>
                      </a:r>
                      <a:endParaRPr lang="en-US" altLang="zh-CN" sz="1800" b="0" dirty="0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422" marR="51422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800" b="0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2019年</a:t>
                      </a:r>
                      <a:endParaRPr lang="en-US" altLang="zh-CN" sz="1800" b="0" dirty="0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422" marR="51422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9728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800" b="0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《Separation Process Principles》3rd edition</a:t>
                      </a:r>
                      <a:endParaRPr lang="en-US" altLang="zh-CN" sz="1800" b="0" dirty="0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422" marR="51422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800" b="0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D. SeaderErnest J. HenleyD. Keith Roper</a:t>
                      </a:r>
                      <a:endParaRPr lang="en-US" altLang="zh-CN" sz="1800" b="0" dirty="0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1422" marR="51422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800" b="0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 John Wiley &amp; Sons</a:t>
                      </a:r>
                      <a:endParaRPr lang="en-US" altLang="zh-CN" sz="1800" b="0" dirty="0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1422" marR="51422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800" b="0" dirty="0">
                          <a:solidFill>
                            <a:srgbClr val="00206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2010年</a:t>
                      </a:r>
                      <a:endParaRPr lang="en-US" altLang="zh-CN" sz="1800" b="0" dirty="0">
                        <a:solidFill>
                          <a:srgbClr val="00206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422" marR="51422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ISLIDE.VECTOR" val="f274b2bd-4f55-4385-865f-93efaa803fda"/>
</p:tagLst>
</file>

<file path=ppt/tags/tag2.xml><?xml version="1.0" encoding="utf-8"?>
<p:tagLst xmlns:p="http://schemas.openxmlformats.org/presentationml/2006/main">
  <p:tag name="TABLE_ENDDRAG_ORIGIN_RECT" val="567*414"/>
  <p:tag name="TABLE_ENDDRAG_RECT" val="54*104*567*414"/>
</p:tagLst>
</file>

<file path=ppt/tags/tag3.xml><?xml version="1.0" encoding="utf-8"?>
<p:tagLst xmlns:p="http://schemas.openxmlformats.org/presentationml/2006/main">
  <p:tag name="KSO_WM_UNIT_TABLE_BEAUTIFY" val="smartTable{78423c6a-f316-4abf-b680-f2ebb9655981}"/>
</p:tagLst>
</file>

<file path=ppt/tags/tag4.xml><?xml version="1.0" encoding="utf-8"?>
<p:tagLst xmlns:p="http://schemas.openxmlformats.org/presentationml/2006/main">
  <p:tag name="COMMONDATA" val="eyJoZGlkIjoiNzcxZmEyN2ExMjM2N2Y0MjUwNWFmZGMwYzE5OTVkNmEifQ=="/>
  <p:tag name="commondata" val="eyJoZGlkIjoiYWM5ZmEwZWYzNzA3ZTcwZGU1ZTAwM2I4MDdkNjZkMDEifQ=="/>
</p:tagLst>
</file>

<file path=ppt/theme/theme1.xml><?xml version="1.0" encoding="utf-8"?>
<a:theme xmlns:a="http://schemas.openxmlformats.org/drawingml/2006/main" name="Network">
  <a:themeElements>
    <a:clrScheme name="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Network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b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b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zhangwenqing</Template>
  <TotalTime>0</TotalTime>
  <Words>1622</Words>
  <Application>WPS 演示</Application>
  <PresentationFormat>全屏显示(4:3)</PresentationFormat>
  <Paragraphs>302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黑体</vt:lpstr>
      <vt:lpstr>微软雅黑</vt:lpstr>
      <vt:lpstr>Wingdings</vt:lpstr>
      <vt:lpstr>Times New Roman</vt:lpstr>
      <vt:lpstr>Calibri</vt:lpstr>
      <vt:lpstr>Symbol</vt:lpstr>
      <vt:lpstr>仿宋_GB2312</vt:lpstr>
      <vt:lpstr>仿宋</vt:lpstr>
      <vt:lpstr>Arial Unicode MS</vt:lpstr>
      <vt:lpstr>Network</vt:lpstr>
      <vt:lpstr>分离分析化学</vt:lpstr>
      <vt:lpstr>PowerPoint 演示文稿</vt:lpstr>
      <vt:lpstr>  内 容</vt:lpstr>
      <vt:lpstr>教学方法</vt:lpstr>
      <vt:lpstr>PowerPoint 演示文稿</vt:lpstr>
      <vt:lpstr>教学方法</vt:lpstr>
      <vt:lpstr>PowerPoint 演示文稿</vt:lpstr>
      <vt:lpstr>PowerPoint 演示文稿</vt:lpstr>
      <vt:lpstr>线上线下课程安排</vt:lpstr>
      <vt:lpstr>  线下交流安排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课后作业——小论文</vt:lpstr>
      <vt:lpstr>      教材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ECUST模版</dc:title>
  <dc:creator>华东理工大学</dc:creator>
  <cp:lastModifiedBy>Wendy</cp:lastModifiedBy>
  <cp:revision>626</cp:revision>
  <cp:lastPrinted>2019-11-17T14:06:00Z</cp:lastPrinted>
  <dcterms:created xsi:type="dcterms:W3CDTF">2007-01-09T04:58:00Z</dcterms:created>
  <dcterms:modified xsi:type="dcterms:W3CDTF">2024-09-02T09:20:54Z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2052-12.1.0.18196</vt:lpwstr>
  </property>
  <property fmtid="{D5CDD505-2E9C-101B-9397-08002B2CF9AE}" pid="3" name="ICV">
    <vt:lpwstr>D85CA272AD9A4DAEA2DF4C0E2F1BB961_13</vt:lpwstr>
  </property>
</Properties>
</file>